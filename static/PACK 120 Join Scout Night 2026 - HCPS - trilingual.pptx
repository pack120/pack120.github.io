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</p:sldIdLst>
  <p:sldSz cx="7772400" cy="10058400"/>
  <p:notesSz cx="6858000" cy="9144000"/>
  <p:embeddedFontLst>
    <p:embeddedFont>
      <p:font typeface="Bobby Jones Soft" pitchFamily="2" charset="77"/>
      <p:regular r:id="rId5"/>
    </p:embeddedFont>
    <p:embeddedFont>
      <p:font typeface="Hero"/>
      <p:regular r:id="rId6"/>
    </p:embeddedFont>
    <p:embeddedFont>
      <p:font typeface="Hero Bold"/>
      <p:regular r:id="rId7"/>
      <p:bold r:id="rId8"/>
    </p:embeddedFont>
    <p:embeddedFont>
      <p:font typeface="Le Petit Cochon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9" autoAdjust="0"/>
    <p:restoredTop sz="94488" autoAdjust="0"/>
  </p:normalViewPr>
  <p:slideViewPr>
    <p:cSldViewPr>
      <p:cViewPr varScale="1">
        <p:scale>
          <a:sx n="143" d="100"/>
          <a:sy n="143" d="100"/>
        </p:scale>
        <p:origin x="230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601845">
            <a:off x="222932" y="405412"/>
            <a:ext cx="2059444" cy="2509843"/>
            <a:chOff x="0" y="0"/>
            <a:chExt cx="1075472" cy="1310676"/>
          </a:xfrm>
        </p:grpSpPr>
        <p:sp>
          <p:nvSpPr>
            <p:cNvPr id="3" name="Freeform 3"/>
            <p:cNvSpPr/>
            <p:nvPr/>
          </p:nvSpPr>
          <p:spPr>
            <a:xfrm>
              <a:off x="11673" y="15851"/>
              <a:ext cx="1052125" cy="1278975"/>
            </a:xfrm>
            <a:custGeom>
              <a:avLst/>
              <a:gdLst/>
              <a:ahLst/>
              <a:cxnLst/>
              <a:rect l="l" t="t" r="r" b="b"/>
              <a:pathLst>
                <a:path w="1052125" h="1278975">
                  <a:moveTo>
                    <a:pt x="552146" y="11036"/>
                  </a:moveTo>
                  <a:lnTo>
                    <a:pt x="553157" y="12078"/>
                  </a:lnTo>
                  <a:cubicBezTo>
                    <a:pt x="567712" y="27082"/>
                    <a:pt x="590867" y="29649"/>
                    <a:pt x="608355" y="18197"/>
                  </a:cubicBezTo>
                  <a:lnTo>
                    <a:pt x="608355" y="18197"/>
                  </a:lnTo>
                  <a:cubicBezTo>
                    <a:pt x="616307" y="12989"/>
                    <a:pt x="626014" y="11186"/>
                    <a:pt x="635306" y="13189"/>
                  </a:cubicBezTo>
                  <a:cubicBezTo>
                    <a:pt x="644599" y="15192"/>
                    <a:pt x="652700" y="20835"/>
                    <a:pt x="657801" y="28857"/>
                  </a:cubicBezTo>
                  <a:lnTo>
                    <a:pt x="661570" y="34786"/>
                  </a:lnTo>
                  <a:cubicBezTo>
                    <a:pt x="672517" y="52002"/>
                    <a:pt x="693915" y="59358"/>
                    <a:pt x="713133" y="52511"/>
                  </a:cubicBezTo>
                  <a:lnTo>
                    <a:pt x="713133" y="52511"/>
                  </a:lnTo>
                  <a:cubicBezTo>
                    <a:pt x="731457" y="45982"/>
                    <a:pt x="751658" y="55147"/>
                    <a:pt x="758814" y="73235"/>
                  </a:cubicBezTo>
                  <a:lnTo>
                    <a:pt x="762980" y="83765"/>
                  </a:lnTo>
                  <a:cubicBezTo>
                    <a:pt x="770456" y="102660"/>
                    <a:pt x="789502" y="114357"/>
                    <a:pt x="809735" y="112478"/>
                  </a:cubicBezTo>
                  <a:lnTo>
                    <a:pt x="809735" y="112478"/>
                  </a:lnTo>
                  <a:cubicBezTo>
                    <a:pt x="829142" y="110676"/>
                    <a:pt x="846777" y="123818"/>
                    <a:pt x="850597" y="142930"/>
                  </a:cubicBezTo>
                  <a:lnTo>
                    <a:pt x="853262" y="156262"/>
                  </a:lnTo>
                  <a:cubicBezTo>
                    <a:pt x="857316" y="176538"/>
                    <a:pt x="873529" y="192169"/>
                    <a:pt x="893940" y="195478"/>
                  </a:cubicBezTo>
                  <a:lnTo>
                    <a:pt x="893940" y="195478"/>
                  </a:lnTo>
                  <a:cubicBezTo>
                    <a:pt x="913613" y="198667"/>
                    <a:pt x="928216" y="215428"/>
                    <a:pt x="928680" y="235352"/>
                  </a:cubicBezTo>
                  <a:lnTo>
                    <a:pt x="928994" y="248824"/>
                  </a:lnTo>
                  <a:cubicBezTo>
                    <a:pt x="929493" y="270232"/>
                    <a:pt x="942409" y="289391"/>
                    <a:pt x="962067" y="297884"/>
                  </a:cubicBezTo>
                  <a:lnTo>
                    <a:pt x="962067" y="297884"/>
                  </a:lnTo>
                  <a:cubicBezTo>
                    <a:pt x="981076" y="306096"/>
                    <a:pt x="992165" y="326085"/>
                    <a:pt x="989070" y="346559"/>
                  </a:cubicBezTo>
                  <a:lnTo>
                    <a:pt x="987418" y="357488"/>
                  </a:lnTo>
                  <a:cubicBezTo>
                    <a:pt x="984070" y="379634"/>
                    <a:pt x="993188" y="401824"/>
                    <a:pt x="1011138" y="415219"/>
                  </a:cubicBezTo>
                  <a:lnTo>
                    <a:pt x="1011138" y="415219"/>
                  </a:lnTo>
                  <a:cubicBezTo>
                    <a:pt x="1028523" y="428192"/>
                    <a:pt x="1035570" y="450887"/>
                    <a:pt x="1028593" y="471425"/>
                  </a:cubicBezTo>
                  <a:lnTo>
                    <a:pt x="1026404" y="477868"/>
                  </a:lnTo>
                  <a:cubicBezTo>
                    <a:pt x="1018858" y="500078"/>
                    <a:pt x="1023656" y="524623"/>
                    <a:pt x="1039010" y="542356"/>
                  </a:cubicBezTo>
                  <a:lnTo>
                    <a:pt x="1039010" y="542356"/>
                  </a:lnTo>
                  <a:cubicBezTo>
                    <a:pt x="1053876" y="559526"/>
                    <a:pt x="1056346" y="584187"/>
                    <a:pt x="1045181" y="603964"/>
                  </a:cubicBezTo>
                  <a:lnTo>
                    <a:pt x="1044463" y="605237"/>
                  </a:lnTo>
                  <a:cubicBezTo>
                    <a:pt x="1032462" y="626494"/>
                    <a:pt x="1032462" y="652481"/>
                    <a:pt x="1044463" y="673738"/>
                  </a:cubicBezTo>
                  <a:lnTo>
                    <a:pt x="1045181" y="675010"/>
                  </a:lnTo>
                  <a:cubicBezTo>
                    <a:pt x="1056346" y="694788"/>
                    <a:pt x="1053876" y="719449"/>
                    <a:pt x="1039010" y="736619"/>
                  </a:cubicBezTo>
                  <a:lnTo>
                    <a:pt x="1039010" y="736619"/>
                  </a:lnTo>
                  <a:cubicBezTo>
                    <a:pt x="1023656" y="754352"/>
                    <a:pt x="1018858" y="778897"/>
                    <a:pt x="1026404" y="801106"/>
                  </a:cubicBezTo>
                  <a:lnTo>
                    <a:pt x="1028593" y="807550"/>
                  </a:lnTo>
                  <a:cubicBezTo>
                    <a:pt x="1035570" y="828088"/>
                    <a:pt x="1028523" y="850783"/>
                    <a:pt x="1011138" y="863755"/>
                  </a:cubicBezTo>
                  <a:lnTo>
                    <a:pt x="1011138" y="863755"/>
                  </a:lnTo>
                  <a:cubicBezTo>
                    <a:pt x="993188" y="877150"/>
                    <a:pt x="984070" y="899340"/>
                    <a:pt x="987418" y="921486"/>
                  </a:cubicBezTo>
                  <a:lnTo>
                    <a:pt x="989070" y="932416"/>
                  </a:lnTo>
                  <a:cubicBezTo>
                    <a:pt x="992165" y="952890"/>
                    <a:pt x="981076" y="972879"/>
                    <a:pt x="962067" y="981090"/>
                  </a:cubicBezTo>
                  <a:lnTo>
                    <a:pt x="962067" y="981090"/>
                  </a:lnTo>
                  <a:cubicBezTo>
                    <a:pt x="942409" y="989583"/>
                    <a:pt x="929493" y="1008742"/>
                    <a:pt x="928994" y="1030150"/>
                  </a:cubicBezTo>
                  <a:lnTo>
                    <a:pt x="928680" y="1043622"/>
                  </a:lnTo>
                  <a:cubicBezTo>
                    <a:pt x="928216" y="1063546"/>
                    <a:pt x="913613" y="1080307"/>
                    <a:pt x="893940" y="1083496"/>
                  </a:cubicBezTo>
                  <a:lnTo>
                    <a:pt x="893940" y="1083496"/>
                  </a:lnTo>
                  <a:cubicBezTo>
                    <a:pt x="873529" y="1086805"/>
                    <a:pt x="857316" y="1102436"/>
                    <a:pt x="853262" y="1122713"/>
                  </a:cubicBezTo>
                  <a:lnTo>
                    <a:pt x="850598" y="1136043"/>
                  </a:lnTo>
                  <a:cubicBezTo>
                    <a:pt x="846777" y="1155155"/>
                    <a:pt x="829142" y="1168298"/>
                    <a:pt x="809735" y="1166496"/>
                  </a:cubicBezTo>
                  <a:lnTo>
                    <a:pt x="809735" y="1166496"/>
                  </a:lnTo>
                  <a:cubicBezTo>
                    <a:pt x="789502" y="1164617"/>
                    <a:pt x="770456" y="1176314"/>
                    <a:pt x="762980" y="1195209"/>
                  </a:cubicBezTo>
                  <a:lnTo>
                    <a:pt x="758814" y="1205741"/>
                  </a:lnTo>
                  <a:cubicBezTo>
                    <a:pt x="751658" y="1223828"/>
                    <a:pt x="731457" y="1232993"/>
                    <a:pt x="713133" y="1226465"/>
                  </a:cubicBezTo>
                  <a:lnTo>
                    <a:pt x="713133" y="1226465"/>
                  </a:lnTo>
                  <a:cubicBezTo>
                    <a:pt x="693915" y="1219617"/>
                    <a:pt x="672516" y="1226973"/>
                    <a:pt x="661570" y="1244189"/>
                  </a:cubicBezTo>
                  <a:lnTo>
                    <a:pt x="657801" y="1250117"/>
                  </a:lnTo>
                  <a:cubicBezTo>
                    <a:pt x="652700" y="1258139"/>
                    <a:pt x="644599" y="1263782"/>
                    <a:pt x="635307" y="1265785"/>
                  </a:cubicBezTo>
                  <a:cubicBezTo>
                    <a:pt x="626014" y="1267789"/>
                    <a:pt x="616307" y="1265985"/>
                    <a:pt x="608355" y="1260778"/>
                  </a:cubicBezTo>
                  <a:lnTo>
                    <a:pt x="608355" y="1260778"/>
                  </a:lnTo>
                  <a:cubicBezTo>
                    <a:pt x="590867" y="1249326"/>
                    <a:pt x="567712" y="1251893"/>
                    <a:pt x="553157" y="1266897"/>
                  </a:cubicBezTo>
                  <a:lnTo>
                    <a:pt x="552146" y="1267938"/>
                  </a:lnTo>
                  <a:cubicBezTo>
                    <a:pt x="545302" y="1274993"/>
                    <a:pt x="535892" y="1278975"/>
                    <a:pt x="526063" y="1278975"/>
                  </a:cubicBezTo>
                  <a:cubicBezTo>
                    <a:pt x="516233" y="1278975"/>
                    <a:pt x="506823" y="1274993"/>
                    <a:pt x="499979" y="1267938"/>
                  </a:cubicBezTo>
                  <a:lnTo>
                    <a:pt x="498969" y="1266897"/>
                  </a:lnTo>
                  <a:cubicBezTo>
                    <a:pt x="484413" y="1251893"/>
                    <a:pt x="461259" y="1249326"/>
                    <a:pt x="443771" y="1260778"/>
                  </a:cubicBezTo>
                  <a:lnTo>
                    <a:pt x="443771" y="1260778"/>
                  </a:lnTo>
                  <a:cubicBezTo>
                    <a:pt x="435818" y="1265985"/>
                    <a:pt x="426111" y="1267789"/>
                    <a:pt x="416819" y="1265785"/>
                  </a:cubicBezTo>
                  <a:cubicBezTo>
                    <a:pt x="407527" y="1263782"/>
                    <a:pt x="399425" y="1258139"/>
                    <a:pt x="394325" y="1250117"/>
                  </a:cubicBezTo>
                  <a:lnTo>
                    <a:pt x="390555" y="1244189"/>
                  </a:lnTo>
                  <a:cubicBezTo>
                    <a:pt x="379609" y="1226973"/>
                    <a:pt x="358210" y="1219617"/>
                    <a:pt x="338992" y="1226465"/>
                  </a:cubicBezTo>
                  <a:lnTo>
                    <a:pt x="338992" y="1226465"/>
                  </a:lnTo>
                  <a:cubicBezTo>
                    <a:pt x="320669" y="1232993"/>
                    <a:pt x="300467" y="1223828"/>
                    <a:pt x="293311" y="1205741"/>
                  </a:cubicBezTo>
                  <a:lnTo>
                    <a:pt x="289145" y="1195209"/>
                  </a:lnTo>
                  <a:cubicBezTo>
                    <a:pt x="281670" y="1176314"/>
                    <a:pt x="262624" y="1164617"/>
                    <a:pt x="242390" y="1166496"/>
                  </a:cubicBezTo>
                  <a:lnTo>
                    <a:pt x="242390" y="1166496"/>
                  </a:lnTo>
                  <a:cubicBezTo>
                    <a:pt x="222983" y="1168298"/>
                    <a:pt x="205349" y="1155155"/>
                    <a:pt x="201528" y="1136043"/>
                  </a:cubicBezTo>
                  <a:lnTo>
                    <a:pt x="198863" y="1122713"/>
                  </a:lnTo>
                  <a:cubicBezTo>
                    <a:pt x="194810" y="1102436"/>
                    <a:pt x="178596" y="1086805"/>
                    <a:pt x="158185" y="1083496"/>
                  </a:cubicBezTo>
                  <a:lnTo>
                    <a:pt x="158185" y="1083496"/>
                  </a:lnTo>
                  <a:cubicBezTo>
                    <a:pt x="138512" y="1080307"/>
                    <a:pt x="123909" y="1063546"/>
                    <a:pt x="123445" y="1043622"/>
                  </a:cubicBezTo>
                  <a:lnTo>
                    <a:pt x="123131" y="1030150"/>
                  </a:lnTo>
                  <a:cubicBezTo>
                    <a:pt x="122631" y="1008742"/>
                    <a:pt x="109716" y="989583"/>
                    <a:pt x="90058" y="981090"/>
                  </a:cubicBezTo>
                  <a:lnTo>
                    <a:pt x="90058" y="981090"/>
                  </a:lnTo>
                  <a:cubicBezTo>
                    <a:pt x="71050" y="972879"/>
                    <a:pt x="59961" y="952890"/>
                    <a:pt x="63056" y="932416"/>
                  </a:cubicBezTo>
                  <a:lnTo>
                    <a:pt x="64708" y="921487"/>
                  </a:lnTo>
                  <a:cubicBezTo>
                    <a:pt x="68055" y="899340"/>
                    <a:pt x="58938" y="877150"/>
                    <a:pt x="40987" y="863755"/>
                  </a:cubicBezTo>
                  <a:lnTo>
                    <a:pt x="40987" y="863755"/>
                  </a:lnTo>
                  <a:cubicBezTo>
                    <a:pt x="23602" y="850783"/>
                    <a:pt x="16554" y="828087"/>
                    <a:pt x="23533" y="807549"/>
                  </a:cubicBezTo>
                  <a:lnTo>
                    <a:pt x="25722" y="801106"/>
                  </a:lnTo>
                  <a:cubicBezTo>
                    <a:pt x="33268" y="778897"/>
                    <a:pt x="28469" y="754352"/>
                    <a:pt x="13116" y="736619"/>
                  </a:cubicBezTo>
                  <a:lnTo>
                    <a:pt x="13116" y="736619"/>
                  </a:lnTo>
                  <a:cubicBezTo>
                    <a:pt x="-1750" y="719449"/>
                    <a:pt x="-4221" y="694788"/>
                    <a:pt x="6945" y="675010"/>
                  </a:cubicBezTo>
                  <a:lnTo>
                    <a:pt x="7663" y="673738"/>
                  </a:lnTo>
                  <a:cubicBezTo>
                    <a:pt x="19663" y="652481"/>
                    <a:pt x="19663" y="626494"/>
                    <a:pt x="7663" y="605237"/>
                  </a:cubicBezTo>
                  <a:lnTo>
                    <a:pt x="6944" y="603964"/>
                  </a:lnTo>
                  <a:cubicBezTo>
                    <a:pt x="-4221" y="584187"/>
                    <a:pt x="-1750" y="559526"/>
                    <a:pt x="13116" y="542356"/>
                  </a:cubicBezTo>
                  <a:lnTo>
                    <a:pt x="13116" y="542356"/>
                  </a:lnTo>
                  <a:cubicBezTo>
                    <a:pt x="28469" y="524623"/>
                    <a:pt x="33268" y="500078"/>
                    <a:pt x="25722" y="477869"/>
                  </a:cubicBezTo>
                  <a:lnTo>
                    <a:pt x="23533" y="471425"/>
                  </a:lnTo>
                  <a:cubicBezTo>
                    <a:pt x="16554" y="450887"/>
                    <a:pt x="23602" y="428192"/>
                    <a:pt x="40987" y="415219"/>
                  </a:cubicBezTo>
                  <a:lnTo>
                    <a:pt x="40987" y="415219"/>
                  </a:lnTo>
                  <a:cubicBezTo>
                    <a:pt x="58938" y="401824"/>
                    <a:pt x="68055" y="379634"/>
                    <a:pt x="64708" y="357488"/>
                  </a:cubicBezTo>
                  <a:lnTo>
                    <a:pt x="63056" y="346558"/>
                  </a:lnTo>
                  <a:cubicBezTo>
                    <a:pt x="59961" y="326084"/>
                    <a:pt x="71050" y="306096"/>
                    <a:pt x="90058" y="297884"/>
                  </a:cubicBezTo>
                  <a:lnTo>
                    <a:pt x="90058" y="297884"/>
                  </a:lnTo>
                  <a:cubicBezTo>
                    <a:pt x="109716" y="289391"/>
                    <a:pt x="122631" y="270233"/>
                    <a:pt x="123131" y="248825"/>
                  </a:cubicBezTo>
                  <a:lnTo>
                    <a:pt x="123445" y="235353"/>
                  </a:lnTo>
                  <a:cubicBezTo>
                    <a:pt x="123909" y="215429"/>
                    <a:pt x="138512" y="198667"/>
                    <a:pt x="158185" y="195478"/>
                  </a:cubicBezTo>
                  <a:lnTo>
                    <a:pt x="158185" y="195478"/>
                  </a:lnTo>
                  <a:cubicBezTo>
                    <a:pt x="178596" y="192169"/>
                    <a:pt x="194810" y="176538"/>
                    <a:pt x="198863" y="156261"/>
                  </a:cubicBezTo>
                  <a:lnTo>
                    <a:pt x="201528" y="142930"/>
                  </a:lnTo>
                  <a:cubicBezTo>
                    <a:pt x="205349" y="123818"/>
                    <a:pt x="222984" y="110676"/>
                    <a:pt x="242390" y="112478"/>
                  </a:cubicBezTo>
                  <a:lnTo>
                    <a:pt x="242390" y="112478"/>
                  </a:lnTo>
                  <a:cubicBezTo>
                    <a:pt x="262624" y="114357"/>
                    <a:pt x="281670" y="102660"/>
                    <a:pt x="289145" y="83765"/>
                  </a:cubicBezTo>
                  <a:lnTo>
                    <a:pt x="293311" y="73235"/>
                  </a:lnTo>
                  <a:cubicBezTo>
                    <a:pt x="300467" y="55147"/>
                    <a:pt x="320668" y="45982"/>
                    <a:pt x="338992" y="52511"/>
                  </a:cubicBezTo>
                  <a:lnTo>
                    <a:pt x="338992" y="52511"/>
                  </a:lnTo>
                  <a:cubicBezTo>
                    <a:pt x="358210" y="59358"/>
                    <a:pt x="379609" y="52002"/>
                    <a:pt x="390555" y="34786"/>
                  </a:cubicBezTo>
                  <a:lnTo>
                    <a:pt x="394325" y="28857"/>
                  </a:lnTo>
                  <a:cubicBezTo>
                    <a:pt x="399425" y="20835"/>
                    <a:pt x="407527" y="15192"/>
                    <a:pt x="416819" y="13189"/>
                  </a:cubicBezTo>
                  <a:cubicBezTo>
                    <a:pt x="426111" y="11186"/>
                    <a:pt x="435818" y="12989"/>
                    <a:pt x="443771" y="18197"/>
                  </a:cubicBezTo>
                  <a:lnTo>
                    <a:pt x="443771" y="18197"/>
                  </a:lnTo>
                  <a:cubicBezTo>
                    <a:pt x="461259" y="29649"/>
                    <a:pt x="484413" y="27082"/>
                    <a:pt x="498969" y="12078"/>
                  </a:cubicBezTo>
                  <a:lnTo>
                    <a:pt x="499979" y="11036"/>
                  </a:lnTo>
                  <a:cubicBezTo>
                    <a:pt x="506823" y="3981"/>
                    <a:pt x="516233" y="0"/>
                    <a:pt x="526063" y="0"/>
                  </a:cubicBezTo>
                  <a:cubicBezTo>
                    <a:pt x="535892" y="0"/>
                    <a:pt x="545302" y="3981"/>
                    <a:pt x="552146" y="11036"/>
                  </a:cubicBezTo>
                  <a:close/>
                </a:path>
              </a:pathLst>
            </a:custGeom>
            <a:solidFill>
              <a:srgbClr val="F8BC5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1651" y="188602"/>
              <a:ext cx="672170" cy="87632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000000"/>
                  </a:solidFill>
                  <a:latin typeface="Hero Bold"/>
                  <a:ea typeface="Hero Bold"/>
                  <a:cs typeface="Hero Bold"/>
                  <a:sym typeface="Hero Bold"/>
                </a:rPr>
                <a:t>FREE</a:t>
              </a:r>
            </a:p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000000"/>
                  </a:solidFill>
                  <a:latin typeface="Hero Bold"/>
                  <a:ea typeface="Hero Bold"/>
                  <a:cs typeface="Hero Bold"/>
                  <a:sym typeface="Hero Bold"/>
                </a:rPr>
                <a:t>Family Fun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974160" y="-191213"/>
            <a:ext cx="3553144" cy="2247364"/>
          </a:xfrm>
          <a:custGeom>
            <a:avLst/>
            <a:gdLst/>
            <a:ahLst/>
            <a:cxnLst/>
            <a:rect l="l" t="t" r="r" b="b"/>
            <a:pathLst>
              <a:path w="3553144" h="2247364">
                <a:moveTo>
                  <a:pt x="0" y="0"/>
                </a:moveTo>
                <a:lnTo>
                  <a:pt x="3553144" y="0"/>
                </a:lnTo>
                <a:lnTo>
                  <a:pt x="3553144" y="2247363"/>
                </a:lnTo>
                <a:lnTo>
                  <a:pt x="0" y="2247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27304" y="-191213"/>
            <a:ext cx="3553144" cy="2247364"/>
          </a:xfrm>
          <a:custGeom>
            <a:avLst/>
            <a:gdLst/>
            <a:ahLst/>
            <a:cxnLst/>
            <a:rect l="l" t="t" r="r" b="b"/>
            <a:pathLst>
              <a:path w="3553144" h="2247364">
                <a:moveTo>
                  <a:pt x="0" y="0"/>
                </a:moveTo>
                <a:lnTo>
                  <a:pt x="3553145" y="0"/>
                </a:lnTo>
                <a:lnTo>
                  <a:pt x="3553145" y="2247363"/>
                </a:lnTo>
                <a:lnTo>
                  <a:pt x="0" y="2247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441059" y="1271309"/>
            <a:ext cx="8763421" cy="5019050"/>
          </a:xfrm>
          <a:custGeom>
            <a:avLst/>
            <a:gdLst/>
            <a:ahLst/>
            <a:cxnLst/>
            <a:rect l="l" t="t" r="r" b="b"/>
            <a:pathLst>
              <a:path w="8763421" h="5019050">
                <a:moveTo>
                  <a:pt x="0" y="0"/>
                </a:moveTo>
                <a:lnTo>
                  <a:pt x="8763420" y="0"/>
                </a:lnTo>
                <a:lnTo>
                  <a:pt x="8763420" y="5019050"/>
                </a:lnTo>
                <a:lnTo>
                  <a:pt x="0" y="50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124190" y="2243870"/>
            <a:ext cx="8763421" cy="5019050"/>
          </a:xfrm>
          <a:custGeom>
            <a:avLst/>
            <a:gdLst/>
            <a:ahLst/>
            <a:cxnLst/>
            <a:rect l="l" t="t" r="r" b="b"/>
            <a:pathLst>
              <a:path w="8763421" h="5019050">
                <a:moveTo>
                  <a:pt x="0" y="0"/>
                </a:moveTo>
                <a:lnTo>
                  <a:pt x="8763421" y="0"/>
                </a:lnTo>
                <a:lnTo>
                  <a:pt x="8763421" y="5019050"/>
                </a:lnTo>
                <a:lnTo>
                  <a:pt x="0" y="50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35571" y="4886417"/>
            <a:ext cx="6697150" cy="4715613"/>
          </a:xfrm>
          <a:custGeom>
            <a:avLst/>
            <a:gdLst/>
            <a:ahLst/>
            <a:cxnLst/>
            <a:rect l="l" t="t" r="r" b="b"/>
            <a:pathLst>
              <a:path w="6697150" h="4715613">
                <a:moveTo>
                  <a:pt x="0" y="0"/>
                </a:moveTo>
                <a:lnTo>
                  <a:pt x="6697151" y="0"/>
                </a:lnTo>
                <a:lnTo>
                  <a:pt x="6697151" y="4715613"/>
                </a:lnTo>
                <a:lnTo>
                  <a:pt x="0" y="4715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41400" y="4775513"/>
            <a:ext cx="2793716" cy="240625"/>
            <a:chOff x="0" y="0"/>
            <a:chExt cx="1064273" cy="91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1400" y="5072743"/>
            <a:ext cx="2793716" cy="240625"/>
            <a:chOff x="0" y="0"/>
            <a:chExt cx="1064273" cy="916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1400" y="5369973"/>
            <a:ext cx="2793716" cy="240625"/>
            <a:chOff x="0" y="0"/>
            <a:chExt cx="1064273" cy="916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28780" y="5878460"/>
            <a:ext cx="2425633" cy="3896599"/>
          </a:xfrm>
          <a:custGeom>
            <a:avLst/>
            <a:gdLst/>
            <a:ahLst/>
            <a:cxnLst/>
            <a:rect l="l" t="t" r="r" b="b"/>
            <a:pathLst>
              <a:path w="2425633" h="3896599">
                <a:moveTo>
                  <a:pt x="0" y="0"/>
                </a:moveTo>
                <a:lnTo>
                  <a:pt x="2425633" y="0"/>
                </a:lnTo>
                <a:lnTo>
                  <a:pt x="2425633" y="3896598"/>
                </a:lnTo>
                <a:lnTo>
                  <a:pt x="0" y="3896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4289669" y="5341025"/>
            <a:ext cx="2441331" cy="240625"/>
            <a:chOff x="0" y="0"/>
            <a:chExt cx="930031" cy="916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06639" y="4789623"/>
            <a:ext cx="2441331" cy="240625"/>
            <a:chOff x="0" y="0"/>
            <a:chExt cx="930031" cy="9166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89669" y="4485038"/>
            <a:ext cx="2441331" cy="240625"/>
            <a:chOff x="0" y="0"/>
            <a:chExt cx="930031" cy="9166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1400" y="4478284"/>
            <a:ext cx="2793716" cy="240625"/>
            <a:chOff x="0" y="0"/>
            <a:chExt cx="1064273" cy="9166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35055" y="5924923"/>
            <a:ext cx="2818446" cy="1901836"/>
            <a:chOff x="0" y="0"/>
            <a:chExt cx="988425" cy="666971"/>
          </a:xfrm>
        </p:grpSpPr>
        <p:sp>
          <p:nvSpPr>
            <p:cNvPr id="33" name="Freeform 33"/>
            <p:cNvSpPr/>
            <p:nvPr/>
          </p:nvSpPr>
          <p:spPr>
            <a:xfrm>
              <a:off x="11831" y="7323"/>
              <a:ext cx="964764" cy="652326"/>
            </a:xfrm>
            <a:custGeom>
              <a:avLst/>
              <a:gdLst/>
              <a:ahLst/>
              <a:cxnLst/>
              <a:rect l="l" t="t" r="r" b="b"/>
              <a:pathLst>
                <a:path w="964764" h="652326">
                  <a:moveTo>
                    <a:pt x="506354" y="6359"/>
                  </a:moveTo>
                  <a:lnTo>
                    <a:pt x="506354" y="6359"/>
                  </a:lnTo>
                  <a:cubicBezTo>
                    <a:pt x="521561" y="15039"/>
                    <a:pt x="539814" y="16602"/>
                    <a:pt x="556275" y="10633"/>
                  </a:cubicBezTo>
                  <a:lnTo>
                    <a:pt x="561753" y="8647"/>
                  </a:lnTo>
                  <a:cubicBezTo>
                    <a:pt x="576532" y="3289"/>
                    <a:pt x="593054" y="6369"/>
                    <a:pt x="604909" y="16693"/>
                  </a:cubicBezTo>
                  <a:lnTo>
                    <a:pt x="604909" y="16693"/>
                  </a:lnTo>
                  <a:cubicBezTo>
                    <a:pt x="617027" y="27245"/>
                    <a:pt x="633344" y="31601"/>
                    <a:pt x="649109" y="28491"/>
                  </a:cubicBezTo>
                  <a:lnTo>
                    <a:pt x="661542" y="26038"/>
                  </a:lnTo>
                  <a:cubicBezTo>
                    <a:pt x="675523" y="23280"/>
                    <a:pt x="689825" y="28956"/>
                    <a:pt x="698110" y="40551"/>
                  </a:cubicBezTo>
                  <a:lnTo>
                    <a:pt x="698110" y="40551"/>
                  </a:lnTo>
                  <a:cubicBezTo>
                    <a:pt x="706587" y="52415"/>
                    <a:pt x="720527" y="59141"/>
                    <a:pt x="735089" y="58392"/>
                  </a:cubicBezTo>
                  <a:lnTo>
                    <a:pt x="752679" y="57488"/>
                  </a:lnTo>
                  <a:cubicBezTo>
                    <a:pt x="765623" y="56822"/>
                    <a:pt x="777480" y="64701"/>
                    <a:pt x="781882" y="76892"/>
                  </a:cubicBezTo>
                  <a:lnTo>
                    <a:pt x="781882" y="76892"/>
                  </a:lnTo>
                  <a:cubicBezTo>
                    <a:pt x="786402" y="89413"/>
                    <a:pt x="797769" y="98178"/>
                    <a:pt x="811026" y="99368"/>
                  </a:cubicBezTo>
                  <a:lnTo>
                    <a:pt x="830631" y="101128"/>
                  </a:lnTo>
                  <a:cubicBezTo>
                    <a:pt x="842675" y="102209"/>
                    <a:pt x="852056" y="112045"/>
                    <a:pt x="852564" y="124128"/>
                  </a:cubicBezTo>
                  <a:lnTo>
                    <a:pt x="852564" y="124128"/>
                  </a:lnTo>
                  <a:cubicBezTo>
                    <a:pt x="853090" y="136620"/>
                    <a:pt x="861843" y="147245"/>
                    <a:pt x="874003" y="150154"/>
                  </a:cubicBezTo>
                  <a:lnTo>
                    <a:pt x="891798" y="154410"/>
                  </a:lnTo>
                  <a:cubicBezTo>
                    <a:pt x="897290" y="155724"/>
                    <a:pt x="902015" y="159209"/>
                    <a:pt x="904893" y="164068"/>
                  </a:cubicBezTo>
                  <a:cubicBezTo>
                    <a:pt x="907771" y="168927"/>
                    <a:pt x="908556" y="174745"/>
                    <a:pt x="907069" y="180193"/>
                  </a:cubicBezTo>
                  <a:lnTo>
                    <a:pt x="907069" y="180193"/>
                  </a:lnTo>
                  <a:cubicBezTo>
                    <a:pt x="903828" y="192063"/>
                    <a:pt x="909927" y="204490"/>
                    <a:pt x="921299" y="209189"/>
                  </a:cubicBezTo>
                  <a:lnTo>
                    <a:pt x="933819" y="214362"/>
                  </a:lnTo>
                  <a:cubicBezTo>
                    <a:pt x="939106" y="216546"/>
                    <a:pt x="943171" y="220938"/>
                    <a:pt x="944939" y="226379"/>
                  </a:cubicBezTo>
                  <a:cubicBezTo>
                    <a:pt x="946708" y="231819"/>
                    <a:pt x="946003" y="237762"/>
                    <a:pt x="943011" y="242638"/>
                  </a:cubicBezTo>
                  <a:lnTo>
                    <a:pt x="943011" y="242638"/>
                  </a:lnTo>
                  <a:cubicBezTo>
                    <a:pt x="936358" y="253481"/>
                    <a:pt x="939613" y="267655"/>
                    <a:pt x="950331" y="274509"/>
                  </a:cubicBezTo>
                  <a:lnTo>
                    <a:pt x="955624" y="277894"/>
                  </a:lnTo>
                  <a:cubicBezTo>
                    <a:pt x="960709" y="281146"/>
                    <a:pt x="964034" y="286538"/>
                    <a:pt x="964657" y="292542"/>
                  </a:cubicBezTo>
                  <a:cubicBezTo>
                    <a:pt x="965280" y="298546"/>
                    <a:pt x="963132" y="304507"/>
                    <a:pt x="958823" y="308733"/>
                  </a:cubicBezTo>
                  <a:lnTo>
                    <a:pt x="958823" y="308733"/>
                  </a:lnTo>
                  <a:cubicBezTo>
                    <a:pt x="954142" y="313325"/>
                    <a:pt x="951504" y="319606"/>
                    <a:pt x="951504" y="326163"/>
                  </a:cubicBezTo>
                  <a:cubicBezTo>
                    <a:pt x="951504" y="332719"/>
                    <a:pt x="954142" y="339001"/>
                    <a:pt x="958823" y="343592"/>
                  </a:cubicBezTo>
                  <a:lnTo>
                    <a:pt x="958823" y="343592"/>
                  </a:lnTo>
                  <a:cubicBezTo>
                    <a:pt x="963132" y="347819"/>
                    <a:pt x="965280" y="353779"/>
                    <a:pt x="964657" y="359783"/>
                  </a:cubicBezTo>
                  <a:cubicBezTo>
                    <a:pt x="964034" y="365787"/>
                    <a:pt x="960709" y="371180"/>
                    <a:pt x="955624" y="374431"/>
                  </a:cubicBezTo>
                  <a:lnTo>
                    <a:pt x="950331" y="377816"/>
                  </a:lnTo>
                  <a:cubicBezTo>
                    <a:pt x="939613" y="384670"/>
                    <a:pt x="936358" y="398844"/>
                    <a:pt x="943011" y="409687"/>
                  </a:cubicBezTo>
                  <a:lnTo>
                    <a:pt x="943011" y="409687"/>
                  </a:lnTo>
                  <a:cubicBezTo>
                    <a:pt x="946003" y="414563"/>
                    <a:pt x="946708" y="420506"/>
                    <a:pt x="944939" y="425946"/>
                  </a:cubicBezTo>
                  <a:cubicBezTo>
                    <a:pt x="943171" y="431387"/>
                    <a:pt x="939106" y="435779"/>
                    <a:pt x="933819" y="437964"/>
                  </a:cubicBezTo>
                  <a:lnTo>
                    <a:pt x="921299" y="443137"/>
                  </a:lnTo>
                  <a:cubicBezTo>
                    <a:pt x="909927" y="447835"/>
                    <a:pt x="903828" y="460262"/>
                    <a:pt x="907069" y="472132"/>
                  </a:cubicBezTo>
                  <a:lnTo>
                    <a:pt x="907069" y="472132"/>
                  </a:lnTo>
                  <a:cubicBezTo>
                    <a:pt x="908556" y="477580"/>
                    <a:pt x="907771" y="483399"/>
                    <a:pt x="904893" y="488258"/>
                  </a:cubicBezTo>
                  <a:cubicBezTo>
                    <a:pt x="902015" y="493117"/>
                    <a:pt x="897290" y="496601"/>
                    <a:pt x="891798" y="497915"/>
                  </a:cubicBezTo>
                  <a:lnTo>
                    <a:pt x="874003" y="502171"/>
                  </a:lnTo>
                  <a:cubicBezTo>
                    <a:pt x="861843" y="505080"/>
                    <a:pt x="853090" y="515706"/>
                    <a:pt x="852564" y="528198"/>
                  </a:cubicBezTo>
                  <a:lnTo>
                    <a:pt x="852564" y="528198"/>
                  </a:lnTo>
                  <a:cubicBezTo>
                    <a:pt x="852056" y="540280"/>
                    <a:pt x="842675" y="550116"/>
                    <a:pt x="830631" y="551197"/>
                  </a:cubicBezTo>
                  <a:lnTo>
                    <a:pt x="811026" y="552957"/>
                  </a:lnTo>
                  <a:cubicBezTo>
                    <a:pt x="797768" y="554147"/>
                    <a:pt x="786402" y="562913"/>
                    <a:pt x="781882" y="575433"/>
                  </a:cubicBezTo>
                  <a:lnTo>
                    <a:pt x="781882" y="575433"/>
                  </a:lnTo>
                  <a:cubicBezTo>
                    <a:pt x="777480" y="587624"/>
                    <a:pt x="765623" y="595503"/>
                    <a:pt x="752679" y="594837"/>
                  </a:cubicBezTo>
                  <a:lnTo>
                    <a:pt x="735090" y="593933"/>
                  </a:lnTo>
                  <a:cubicBezTo>
                    <a:pt x="720527" y="593184"/>
                    <a:pt x="706587" y="599910"/>
                    <a:pt x="698110" y="611774"/>
                  </a:cubicBezTo>
                  <a:lnTo>
                    <a:pt x="698110" y="611774"/>
                  </a:lnTo>
                  <a:cubicBezTo>
                    <a:pt x="689825" y="623370"/>
                    <a:pt x="675523" y="629046"/>
                    <a:pt x="661542" y="626288"/>
                  </a:cubicBezTo>
                  <a:lnTo>
                    <a:pt x="649109" y="623835"/>
                  </a:lnTo>
                  <a:cubicBezTo>
                    <a:pt x="633344" y="620725"/>
                    <a:pt x="617027" y="625080"/>
                    <a:pt x="604909" y="635633"/>
                  </a:cubicBezTo>
                  <a:lnTo>
                    <a:pt x="604909" y="635633"/>
                  </a:lnTo>
                  <a:cubicBezTo>
                    <a:pt x="593054" y="645956"/>
                    <a:pt x="576532" y="649037"/>
                    <a:pt x="561753" y="643678"/>
                  </a:cubicBezTo>
                  <a:lnTo>
                    <a:pt x="556275" y="641692"/>
                  </a:lnTo>
                  <a:cubicBezTo>
                    <a:pt x="539814" y="635724"/>
                    <a:pt x="521561" y="637286"/>
                    <a:pt x="506354" y="645966"/>
                  </a:cubicBezTo>
                  <a:lnTo>
                    <a:pt x="506354" y="645966"/>
                  </a:lnTo>
                  <a:cubicBezTo>
                    <a:pt x="491497" y="654446"/>
                    <a:pt x="473266" y="654446"/>
                    <a:pt x="458409" y="645966"/>
                  </a:cubicBezTo>
                  <a:lnTo>
                    <a:pt x="458409" y="645966"/>
                  </a:lnTo>
                  <a:cubicBezTo>
                    <a:pt x="443201" y="637286"/>
                    <a:pt x="424949" y="635724"/>
                    <a:pt x="408487" y="641692"/>
                  </a:cubicBezTo>
                  <a:lnTo>
                    <a:pt x="403010" y="643678"/>
                  </a:lnTo>
                  <a:cubicBezTo>
                    <a:pt x="388231" y="649037"/>
                    <a:pt x="371709" y="645956"/>
                    <a:pt x="359854" y="635633"/>
                  </a:cubicBezTo>
                  <a:lnTo>
                    <a:pt x="359854" y="635633"/>
                  </a:lnTo>
                  <a:cubicBezTo>
                    <a:pt x="347736" y="625080"/>
                    <a:pt x="331419" y="620725"/>
                    <a:pt x="315654" y="623835"/>
                  </a:cubicBezTo>
                  <a:lnTo>
                    <a:pt x="303221" y="626288"/>
                  </a:lnTo>
                  <a:cubicBezTo>
                    <a:pt x="289240" y="629046"/>
                    <a:pt x="274938" y="623370"/>
                    <a:pt x="266653" y="611774"/>
                  </a:cubicBezTo>
                  <a:lnTo>
                    <a:pt x="266653" y="611774"/>
                  </a:lnTo>
                  <a:cubicBezTo>
                    <a:pt x="258176" y="599910"/>
                    <a:pt x="244236" y="593184"/>
                    <a:pt x="229673" y="593933"/>
                  </a:cubicBezTo>
                  <a:lnTo>
                    <a:pt x="212084" y="594837"/>
                  </a:lnTo>
                  <a:cubicBezTo>
                    <a:pt x="199139" y="595503"/>
                    <a:pt x="187282" y="587624"/>
                    <a:pt x="182881" y="575433"/>
                  </a:cubicBezTo>
                  <a:lnTo>
                    <a:pt x="182881" y="575433"/>
                  </a:lnTo>
                  <a:cubicBezTo>
                    <a:pt x="178361" y="562913"/>
                    <a:pt x="166994" y="554147"/>
                    <a:pt x="153737" y="552957"/>
                  </a:cubicBezTo>
                  <a:lnTo>
                    <a:pt x="134132" y="551197"/>
                  </a:lnTo>
                  <a:cubicBezTo>
                    <a:pt x="122087" y="550116"/>
                    <a:pt x="112707" y="540280"/>
                    <a:pt x="112198" y="528198"/>
                  </a:cubicBezTo>
                  <a:lnTo>
                    <a:pt x="112198" y="528198"/>
                  </a:lnTo>
                  <a:cubicBezTo>
                    <a:pt x="111672" y="515706"/>
                    <a:pt x="102919" y="505080"/>
                    <a:pt x="90759" y="502171"/>
                  </a:cubicBezTo>
                  <a:lnTo>
                    <a:pt x="72966" y="497915"/>
                  </a:lnTo>
                  <a:cubicBezTo>
                    <a:pt x="67473" y="496601"/>
                    <a:pt x="62748" y="493117"/>
                    <a:pt x="59870" y="488258"/>
                  </a:cubicBezTo>
                  <a:cubicBezTo>
                    <a:pt x="56992" y="483399"/>
                    <a:pt x="56207" y="477580"/>
                    <a:pt x="57694" y="472132"/>
                  </a:cubicBezTo>
                  <a:lnTo>
                    <a:pt x="57694" y="472132"/>
                  </a:lnTo>
                  <a:cubicBezTo>
                    <a:pt x="60935" y="460262"/>
                    <a:pt x="54836" y="447835"/>
                    <a:pt x="43464" y="443137"/>
                  </a:cubicBezTo>
                  <a:lnTo>
                    <a:pt x="30943" y="437964"/>
                  </a:lnTo>
                  <a:cubicBezTo>
                    <a:pt x="25656" y="435779"/>
                    <a:pt x="21592" y="431387"/>
                    <a:pt x="19823" y="425946"/>
                  </a:cubicBezTo>
                  <a:cubicBezTo>
                    <a:pt x="18054" y="420506"/>
                    <a:pt x="18759" y="414563"/>
                    <a:pt x="21751" y="409687"/>
                  </a:cubicBezTo>
                  <a:lnTo>
                    <a:pt x="21751" y="409687"/>
                  </a:lnTo>
                  <a:cubicBezTo>
                    <a:pt x="28405" y="398844"/>
                    <a:pt x="25150" y="384670"/>
                    <a:pt x="14432" y="377816"/>
                  </a:cubicBezTo>
                  <a:lnTo>
                    <a:pt x="9139" y="374431"/>
                  </a:lnTo>
                  <a:cubicBezTo>
                    <a:pt x="4054" y="371180"/>
                    <a:pt x="728" y="365787"/>
                    <a:pt x="105" y="359783"/>
                  </a:cubicBezTo>
                  <a:cubicBezTo>
                    <a:pt x="-517" y="353779"/>
                    <a:pt x="1630" y="347819"/>
                    <a:pt x="5940" y="343592"/>
                  </a:cubicBezTo>
                  <a:lnTo>
                    <a:pt x="5940" y="343592"/>
                  </a:lnTo>
                  <a:cubicBezTo>
                    <a:pt x="10621" y="339001"/>
                    <a:pt x="13259" y="332719"/>
                    <a:pt x="13259" y="326163"/>
                  </a:cubicBezTo>
                  <a:cubicBezTo>
                    <a:pt x="13259" y="319606"/>
                    <a:pt x="10621" y="313325"/>
                    <a:pt x="5940" y="308733"/>
                  </a:cubicBezTo>
                  <a:lnTo>
                    <a:pt x="5940" y="308733"/>
                  </a:lnTo>
                  <a:cubicBezTo>
                    <a:pt x="1630" y="304507"/>
                    <a:pt x="-517" y="298546"/>
                    <a:pt x="105" y="292542"/>
                  </a:cubicBezTo>
                  <a:cubicBezTo>
                    <a:pt x="728" y="286538"/>
                    <a:pt x="4054" y="281146"/>
                    <a:pt x="9139" y="277894"/>
                  </a:cubicBezTo>
                  <a:lnTo>
                    <a:pt x="14432" y="274509"/>
                  </a:lnTo>
                  <a:cubicBezTo>
                    <a:pt x="25150" y="267655"/>
                    <a:pt x="28405" y="253481"/>
                    <a:pt x="21751" y="242638"/>
                  </a:cubicBezTo>
                  <a:lnTo>
                    <a:pt x="21751" y="242638"/>
                  </a:lnTo>
                  <a:cubicBezTo>
                    <a:pt x="18759" y="237762"/>
                    <a:pt x="18054" y="231820"/>
                    <a:pt x="19823" y="226379"/>
                  </a:cubicBezTo>
                  <a:cubicBezTo>
                    <a:pt x="21592" y="220938"/>
                    <a:pt x="25656" y="216546"/>
                    <a:pt x="30943" y="214362"/>
                  </a:cubicBezTo>
                  <a:lnTo>
                    <a:pt x="43464" y="209189"/>
                  </a:lnTo>
                  <a:cubicBezTo>
                    <a:pt x="54836" y="204490"/>
                    <a:pt x="60935" y="192063"/>
                    <a:pt x="57694" y="180193"/>
                  </a:cubicBezTo>
                  <a:lnTo>
                    <a:pt x="57694" y="180193"/>
                  </a:lnTo>
                  <a:cubicBezTo>
                    <a:pt x="56207" y="174745"/>
                    <a:pt x="56992" y="168927"/>
                    <a:pt x="59870" y="164068"/>
                  </a:cubicBezTo>
                  <a:cubicBezTo>
                    <a:pt x="62748" y="159209"/>
                    <a:pt x="67473" y="155724"/>
                    <a:pt x="72966" y="154410"/>
                  </a:cubicBezTo>
                  <a:lnTo>
                    <a:pt x="90759" y="150154"/>
                  </a:lnTo>
                  <a:cubicBezTo>
                    <a:pt x="102919" y="147245"/>
                    <a:pt x="111672" y="136620"/>
                    <a:pt x="112198" y="124128"/>
                  </a:cubicBezTo>
                  <a:lnTo>
                    <a:pt x="112198" y="124128"/>
                  </a:lnTo>
                  <a:cubicBezTo>
                    <a:pt x="112707" y="112045"/>
                    <a:pt x="122087" y="102209"/>
                    <a:pt x="134132" y="101128"/>
                  </a:cubicBezTo>
                  <a:lnTo>
                    <a:pt x="153736" y="99368"/>
                  </a:lnTo>
                  <a:cubicBezTo>
                    <a:pt x="166994" y="98178"/>
                    <a:pt x="178361" y="89413"/>
                    <a:pt x="182881" y="76892"/>
                  </a:cubicBezTo>
                  <a:lnTo>
                    <a:pt x="182881" y="76892"/>
                  </a:lnTo>
                  <a:cubicBezTo>
                    <a:pt x="187282" y="64701"/>
                    <a:pt x="199139" y="56822"/>
                    <a:pt x="212084" y="57488"/>
                  </a:cubicBezTo>
                  <a:lnTo>
                    <a:pt x="229673" y="58392"/>
                  </a:lnTo>
                  <a:cubicBezTo>
                    <a:pt x="244236" y="59141"/>
                    <a:pt x="258176" y="52415"/>
                    <a:pt x="266653" y="40551"/>
                  </a:cubicBezTo>
                  <a:lnTo>
                    <a:pt x="266653" y="40551"/>
                  </a:lnTo>
                  <a:cubicBezTo>
                    <a:pt x="274938" y="28956"/>
                    <a:pt x="289240" y="23280"/>
                    <a:pt x="303221" y="26038"/>
                  </a:cubicBezTo>
                  <a:lnTo>
                    <a:pt x="315654" y="28491"/>
                  </a:lnTo>
                  <a:cubicBezTo>
                    <a:pt x="331419" y="31601"/>
                    <a:pt x="347736" y="27245"/>
                    <a:pt x="359854" y="16693"/>
                  </a:cubicBezTo>
                  <a:lnTo>
                    <a:pt x="359854" y="16693"/>
                  </a:lnTo>
                  <a:cubicBezTo>
                    <a:pt x="371709" y="6369"/>
                    <a:pt x="388231" y="3289"/>
                    <a:pt x="403010" y="8647"/>
                  </a:cubicBezTo>
                  <a:lnTo>
                    <a:pt x="408487" y="10633"/>
                  </a:lnTo>
                  <a:cubicBezTo>
                    <a:pt x="424949" y="16602"/>
                    <a:pt x="443201" y="15039"/>
                    <a:pt x="458409" y="6359"/>
                  </a:cubicBezTo>
                  <a:lnTo>
                    <a:pt x="458409" y="6359"/>
                  </a:lnTo>
                  <a:cubicBezTo>
                    <a:pt x="473266" y="-2120"/>
                    <a:pt x="491497" y="-2120"/>
                    <a:pt x="506354" y="6359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5330" y="96482"/>
              <a:ext cx="617765" cy="44543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5971492" y="172961"/>
            <a:ext cx="1519015" cy="1519015"/>
          </a:xfrm>
          <a:custGeom>
            <a:avLst/>
            <a:gdLst/>
            <a:ahLst/>
            <a:cxnLst/>
            <a:rect l="l" t="t" r="r" b="b"/>
            <a:pathLst>
              <a:path w="1519015" h="1519015">
                <a:moveTo>
                  <a:pt x="0" y="0"/>
                </a:moveTo>
                <a:lnTo>
                  <a:pt x="1519016" y="0"/>
                </a:lnTo>
                <a:lnTo>
                  <a:pt x="1519016" y="1519015"/>
                </a:lnTo>
                <a:lnTo>
                  <a:pt x="0" y="1519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4306639" y="5068347"/>
            <a:ext cx="2441331" cy="240625"/>
            <a:chOff x="0" y="0"/>
            <a:chExt cx="930031" cy="9166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6377252" y="8488775"/>
            <a:ext cx="1113255" cy="1113255"/>
          </a:xfrm>
          <a:custGeom>
            <a:avLst/>
            <a:gdLst/>
            <a:ahLst/>
            <a:cxnLst/>
            <a:rect l="l" t="t" r="r" b="b"/>
            <a:pathLst>
              <a:path w="1113255" h="1113255">
                <a:moveTo>
                  <a:pt x="0" y="0"/>
                </a:moveTo>
                <a:lnTo>
                  <a:pt x="1113256" y="0"/>
                </a:lnTo>
                <a:lnTo>
                  <a:pt x="1113256" y="1113255"/>
                </a:lnTo>
                <a:lnTo>
                  <a:pt x="0" y="11132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313070" y="1071284"/>
            <a:ext cx="5206676" cy="162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9428">
                <a:solidFill>
                  <a:srgbClr val="4D3C33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Pack 120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2654" y="2267356"/>
            <a:ext cx="5267092" cy="128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52"/>
              </a:lnSpc>
            </a:pPr>
            <a:r>
              <a:rPr lang="en-US" sz="7537">
                <a:solidFill>
                  <a:srgbClr val="4D3C33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Opening Night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558030" y="776808"/>
            <a:ext cx="2656340" cy="38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4"/>
              </a:lnSpc>
            </a:pPr>
            <a:r>
              <a:rPr lang="en-US" sz="2281" spc="323">
                <a:solidFill>
                  <a:srgbClr val="4D3C33"/>
                </a:solidFill>
                <a:latin typeface="Hero Bold"/>
                <a:ea typeface="Hero Bold"/>
                <a:cs typeface="Hero Bold"/>
                <a:sym typeface="Hero Bold"/>
              </a:rPr>
              <a:t>COME JOIN US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95148" y="3612804"/>
            <a:ext cx="4982105" cy="66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881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MONDAY August 24th 2026 6-7 PM</a:t>
            </a:r>
          </a:p>
          <a:p>
            <a:pPr algn="ctr">
              <a:lnSpc>
                <a:spcPts val="2634"/>
              </a:lnSpc>
            </a:pPr>
            <a:r>
              <a:rPr lang="en-US" sz="1881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Rockingham Park 1 Rockingham Park Way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03034" y="4456463"/>
            <a:ext cx="1851379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S’mores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03034" y="4750316"/>
            <a:ext cx="1787771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Boat Races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03034" y="5044168"/>
            <a:ext cx="2064042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Paper Airplane Races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03034" y="5338021"/>
            <a:ext cx="2547698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Exploration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614794" y="4469249"/>
            <a:ext cx="1676207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K-5th Graders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372565" y="4773833"/>
            <a:ext cx="2275539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Community Engagement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372565" y="5312450"/>
            <a:ext cx="2275539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https://pack120vahc.org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35571" y="6388878"/>
            <a:ext cx="2278157" cy="9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1781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Discover the Fun of Scouting!</a:t>
            </a:r>
          </a:p>
          <a:p>
            <a:pPr algn="ctr">
              <a:lnSpc>
                <a:spcPts val="2494"/>
              </a:lnSpc>
            </a:pPr>
            <a:r>
              <a:rPr lang="en-US" sz="1781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Join the Adventure!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72565" y="5058563"/>
            <a:ext cx="2275539" cy="24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4"/>
              </a:lnSpc>
              <a:spcBef>
                <a:spcPct val="0"/>
              </a:spcBef>
            </a:pPr>
            <a:r>
              <a:rPr lang="en-US" sz="141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Loads of Fun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71492" y="9630344"/>
            <a:ext cx="1519016" cy="201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http://</a:t>
            </a:r>
            <a:r>
              <a:rPr lang="en-US" sz="1200" dirty="0" err="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tiny.cc</a:t>
            </a:r>
            <a:r>
              <a:rPr lang="en-US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/p120-26</a:t>
            </a:r>
          </a:p>
        </p:txBody>
      </p:sp>
      <p:sp>
        <p:nvSpPr>
          <p:cNvPr id="54" name="TextBox 54"/>
          <p:cNvSpPr txBox="1"/>
          <p:nvPr/>
        </p:nvSpPr>
        <p:spPr>
          <a:xfrm rot="-5400000">
            <a:off x="-2558785" y="6349498"/>
            <a:ext cx="64434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These materials, and the activity described herein, are not sponsored or endorsed by the Harrisonburg City School 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601845">
            <a:off x="222932" y="405412"/>
            <a:ext cx="2059444" cy="2509843"/>
            <a:chOff x="0" y="0"/>
            <a:chExt cx="1075472" cy="1310676"/>
          </a:xfrm>
        </p:grpSpPr>
        <p:sp>
          <p:nvSpPr>
            <p:cNvPr id="3" name="Freeform 3"/>
            <p:cNvSpPr/>
            <p:nvPr/>
          </p:nvSpPr>
          <p:spPr>
            <a:xfrm>
              <a:off x="11673" y="15851"/>
              <a:ext cx="1052125" cy="1278975"/>
            </a:xfrm>
            <a:custGeom>
              <a:avLst/>
              <a:gdLst/>
              <a:ahLst/>
              <a:cxnLst/>
              <a:rect l="l" t="t" r="r" b="b"/>
              <a:pathLst>
                <a:path w="1052125" h="1278975">
                  <a:moveTo>
                    <a:pt x="552146" y="11036"/>
                  </a:moveTo>
                  <a:lnTo>
                    <a:pt x="553157" y="12078"/>
                  </a:lnTo>
                  <a:cubicBezTo>
                    <a:pt x="567712" y="27082"/>
                    <a:pt x="590867" y="29649"/>
                    <a:pt x="608355" y="18197"/>
                  </a:cubicBezTo>
                  <a:lnTo>
                    <a:pt x="608355" y="18197"/>
                  </a:lnTo>
                  <a:cubicBezTo>
                    <a:pt x="616307" y="12989"/>
                    <a:pt x="626014" y="11186"/>
                    <a:pt x="635306" y="13189"/>
                  </a:cubicBezTo>
                  <a:cubicBezTo>
                    <a:pt x="644599" y="15192"/>
                    <a:pt x="652700" y="20835"/>
                    <a:pt x="657801" y="28857"/>
                  </a:cubicBezTo>
                  <a:lnTo>
                    <a:pt x="661570" y="34786"/>
                  </a:lnTo>
                  <a:cubicBezTo>
                    <a:pt x="672517" y="52002"/>
                    <a:pt x="693915" y="59358"/>
                    <a:pt x="713133" y="52511"/>
                  </a:cubicBezTo>
                  <a:lnTo>
                    <a:pt x="713133" y="52511"/>
                  </a:lnTo>
                  <a:cubicBezTo>
                    <a:pt x="731457" y="45982"/>
                    <a:pt x="751658" y="55147"/>
                    <a:pt x="758814" y="73235"/>
                  </a:cubicBezTo>
                  <a:lnTo>
                    <a:pt x="762980" y="83765"/>
                  </a:lnTo>
                  <a:cubicBezTo>
                    <a:pt x="770456" y="102660"/>
                    <a:pt x="789502" y="114357"/>
                    <a:pt x="809735" y="112478"/>
                  </a:cubicBezTo>
                  <a:lnTo>
                    <a:pt x="809735" y="112478"/>
                  </a:lnTo>
                  <a:cubicBezTo>
                    <a:pt x="829142" y="110676"/>
                    <a:pt x="846777" y="123818"/>
                    <a:pt x="850597" y="142930"/>
                  </a:cubicBezTo>
                  <a:lnTo>
                    <a:pt x="853262" y="156262"/>
                  </a:lnTo>
                  <a:cubicBezTo>
                    <a:pt x="857316" y="176538"/>
                    <a:pt x="873529" y="192169"/>
                    <a:pt x="893940" y="195478"/>
                  </a:cubicBezTo>
                  <a:lnTo>
                    <a:pt x="893940" y="195478"/>
                  </a:lnTo>
                  <a:cubicBezTo>
                    <a:pt x="913613" y="198667"/>
                    <a:pt x="928216" y="215428"/>
                    <a:pt x="928680" y="235352"/>
                  </a:cubicBezTo>
                  <a:lnTo>
                    <a:pt x="928994" y="248824"/>
                  </a:lnTo>
                  <a:cubicBezTo>
                    <a:pt x="929493" y="270232"/>
                    <a:pt x="942409" y="289391"/>
                    <a:pt x="962067" y="297884"/>
                  </a:cubicBezTo>
                  <a:lnTo>
                    <a:pt x="962067" y="297884"/>
                  </a:lnTo>
                  <a:cubicBezTo>
                    <a:pt x="981076" y="306096"/>
                    <a:pt x="992165" y="326085"/>
                    <a:pt x="989070" y="346559"/>
                  </a:cubicBezTo>
                  <a:lnTo>
                    <a:pt x="987418" y="357488"/>
                  </a:lnTo>
                  <a:cubicBezTo>
                    <a:pt x="984070" y="379634"/>
                    <a:pt x="993188" y="401824"/>
                    <a:pt x="1011138" y="415219"/>
                  </a:cubicBezTo>
                  <a:lnTo>
                    <a:pt x="1011138" y="415219"/>
                  </a:lnTo>
                  <a:cubicBezTo>
                    <a:pt x="1028523" y="428192"/>
                    <a:pt x="1035570" y="450887"/>
                    <a:pt x="1028593" y="471425"/>
                  </a:cubicBezTo>
                  <a:lnTo>
                    <a:pt x="1026404" y="477868"/>
                  </a:lnTo>
                  <a:cubicBezTo>
                    <a:pt x="1018858" y="500078"/>
                    <a:pt x="1023656" y="524623"/>
                    <a:pt x="1039010" y="542356"/>
                  </a:cubicBezTo>
                  <a:lnTo>
                    <a:pt x="1039010" y="542356"/>
                  </a:lnTo>
                  <a:cubicBezTo>
                    <a:pt x="1053876" y="559526"/>
                    <a:pt x="1056346" y="584187"/>
                    <a:pt x="1045181" y="603964"/>
                  </a:cubicBezTo>
                  <a:lnTo>
                    <a:pt x="1044463" y="605237"/>
                  </a:lnTo>
                  <a:cubicBezTo>
                    <a:pt x="1032462" y="626494"/>
                    <a:pt x="1032462" y="652481"/>
                    <a:pt x="1044463" y="673738"/>
                  </a:cubicBezTo>
                  <a:lnTo>
                    <a:pt x="1045181" y="675010"/>
                  </a:lnTo>
                  <a:cubicBezTo>
                    <a:pt x="1056346" y="694788"/>
                    <a:pt x="1053876" y="719449"/>
                    <a:pt x="1039010" y="736619"/>
                  </a:cubicBezTo>
                  <a:lnTo>
                    <a:pt x="1039010" y="736619"/>
                  </a:lnTo>
                  <a:cubicBezTo>
                    <a:pt x="1023656" y="754352"/>
                    <a:pt x="1018858" y="778897"/>
                    <a:pt x="1026404" y="801106"/>
                  </a:cubicBezTo>
                  <a:lnTo>
                    <a:pt x="1028593" y="807550"/>
                  </a:lnTo>
                  <a:cubicBezTo>
                    <a:pt x="1035570" y="828088"/>
                    <a:pt x="1028523" y="850783"/>
                    <a:pt x="1011138" y="863755"/>
                  </a:cubicBezTo>
                  <a:lnTo>
                    <a:pt x="1011138" y="863755"/>
                  </a:lnTo>
                  <a:cubicBezTo>
                    <a:pt x="993188" y="877150"/>
                    <a:pt x="984070" y="899340"/>
                    <a:pt x="987418" y="921486"/>
                  </a:cubicBezTo>
                  <a:lnTo>
                    <a:pt x="989070" y="932416"/>
                  </a:lnTo>
                  <a:cubicBezTo>
                    <a:pt x="992165" y="952890"/>
                    <a:pt x="981076" y="972879"/>
                    <a:pt x="962067" y="981090"/>
                  </a:cubicBezTo>
                  <a:lnTo>
                    <a:pt x="962067" y="981090"/>
                  </a:lnTo>
                  <a:cubicBezTo>
                    <a:pt x="942409" y="989583"/>
                    <a:pt x="929493" y="1008742"/>
                    <a:pt x="928994" y="1030150"/>
                  </a:cubicBezTo>
                  <a:lnTo>
                    <a:pt x="928680" y="1043622"/>
                  </a:lnTo>
                  <a:cubicBezTo>
                    <a:pt x="928216" y="1063546"/>
                    <a:pt x="913613" y="1080307"/>
                    <a:pt x="893940" y="1083496"/>
                  </a:cubicBezTo>
                  <a:lnTo>
                    <a:pt x="893940" y="1083496"/>
                  </a:lnTo>
                  <a:cubicBezTo>
                    <a:pt x="873529" y="1086805"/>
                    <a:pt x="857316" y="1102436"/>
                    <a:pt x="853262" y="1122713"/>
                  </a:cubicBezTo>
                  <a:lnTo>
                    <a:pt x="850598" y="1136043"/>
                  </a:lnTo>
                  <a:cubicBezTo>
                    <a:pt x="846777" y="1155155"/>
                    <a:pt x="829142" y="1168298"/>
                    <a:pt x="809735" y="1166496"/>
                  </a:cubicBezTo>
                  <a:lnTo>
                    <a:pt x="809735" y="1166496"/>
                  </a:lnTo>
                  <a:cubicBezTo>
                    <a:pt x="789502" y="1164617"/>
                    <a:pt x="770456" y="1176314"/>
                    <a:pt x="762980" y="1195209"/>
                  </a:cubicBezTo>
                  <a:lnTo>
                    <a:pt x="758814" y="1205741"/>
                  </a:lnTo>
                  <a:cubicBezTo>
                    <a:pt x="751658" y="1223828"/>
                    <a:pt x="731457" y="1232993"/>
                    <a:pt x="713133" y="1226465"/>
                  </a:cubicBezTo>
                  <a:lnTo>
                    <a:pt x="713133" y="1226465"/>
                  </a:lnTo>
                  <a:cubicBezTo>
                    <a:pt x="693915" y="1219617"/>
                    <a:pt x="672516" y="1226973"/>
                    <a:pt x="661570" y="1244189"/>
                  </a:cubicBezTo>
                  <a:lnTo>
                    <a:pt x="657801" y="1250117"/>
                  </a:lnTo>
                  <a:cubicBezTo>
                    <a:pt x="652700" y="1258139"/>
                    <a:pt x="644599" y="1263782"/>
                    <a:pt x="635307" y="1265785"/>
                  </a:cubicBezTo>
                  <a:cubicBezTo>
                    <a:pt x="626014" y="1267789"/>
                    <a:pt x="616307" y="1265985"/>
                    <a:pt x="608355" y="1260778"/>
                  </a:cubicBezTo>
                  <a:lnTo>
                    <a:pt x="608355" y="1260778"/>
                  </a:lnTo>
                  <a:cubicBezTo>
                    <a:pt x="590867" y="1249326"/>
                    <a:pt x="567712" y="1251893"/>
                    <a:pt x="553157" y="1266897"/>
                  </a:cubicBezTo>
                  <a:lnTo>
                    <a:pt x="552146" y="1267938"/>
                  </a:lnTo>
                  <a:cubicBezTo>
                    <a:pt x="545302" y="1274993"/>
                    <a:pt x="535892" y="1278975"/>
                    <a:pt x="526063" y="1278975"/>
                  </a:cubicBezTo>
                  <a:cubicBezTo>
                    <a:pt x="516233" y="1278975"/>
                    <a:pt x="506823" y="1274993"/>
                    <a:pt x="499979" y="1267938"/>
                  </a:cubicBezTo>
                  <a:lnTo>
                    <a:pt x="498969" y="1266897"/>
                  </a:lnTo>
                  <a:cubicBezTo>
                    <a:pt x="484413" y="1251893"/>
                    <a:pt x="461259" y="1249326"/>
                    <a:pt x="443771" y="1260778"/>
                  </a:cubicBezTo>
                  <a:lnTo>
                    <a:pt x="443771" y="1260778"/>
                  </a:lnTo>
                  <a:cubicBezTo>
                    <a:pt x="435818" y="1265985"/>
                    <a:pt x="426111" y="1267789"/>
                    <a:pt x="416819" y="1265785"/>
                  </a:cubicBezTo>
                  <a:cubicBezTo>
                    <a:pt x="407527" y="1263782"/>
                    <a:pt x="399425" y="1258139"/>
                    <a:pt x="394325" y="1250117"/>
                  </a:cubicBezTo>
                  <a:lnTo>
                    <a:pt x="390555" y="1244189"/>
                  </a:lnTo>
                  <a:cubicBezTo>
                    <a:pt x="379609" y="1226973"/>
                    <a:pt x="358210" y="1219617"/>
                    <a:pt x="338992" y="1226465"/>
                  </a:cubicBezTo>
                  <a:lnTo>
                    <a:pt x="338992" y="1226465"/>
                  </a:lnTo>
                  <a:cubicBezTo>
                    <a:pt x="320669" y="1232993"/>
                    <a:pt x="300467" y="1223828"/>
                    <a:pt x="293311" y="1205741"/>
                  </a:cubicBezTo>
                  <a:lnTo>
                    <a:pt x="289145" y="1195209"/>
                  </a:lnTo>
                  <a:cubicBezTo>
                    <a:pt x="281670" y="1176314"/>
                    <a:pt x="262624" y="1164617"/>
                    <a:pt x="242390" y="1166496"/>
                  </a:cubicBezTo>
                  <a:lnTo>
                    <a:pt x="242390" y="1166496"/>
                  </a:lnTo>
                  <a:cubicBezTo>
                    <a:pt x="222983" y="1168298"/>
                    <a:pt x="205349" y="1155155"/>
                    <a:pt x="201528" y="1136043"/>
                  </a:cubicBezTo>
                  <a:lnTo>
                    <a:pt x="198863" y="1122713"/>
                  </a:lnTo>
                  <a:cubicBezTo>
                    <a:pt x="194810" y="1102436"/>
                    <a:pt x="178596" y="1086805"/>
                    <a:pt x="158185" y="1083496"/>
                  </a:cubicBezTo>
                  <a:lnTo>
                    <a:pt x="158185" y="1083496"/>
                  </a:lnTo>
                  <a:cubicBezTo>
                    <a:pt x="138512" y="1080307"/>
                    <a:pt x="123909" y="1063546"/>
                    <a:pt x="123445" y="1043622"/>
                  </a:cubicBezTo>
                  <a:lnTo>
                    <a:pt x="123131" y="1030150"/>
                  </a:lnTo>
                  <a:cubicBezTo>
                    <a:pt x="122631" y="1008742"/>
                    <a:pt x="109716" y="989583"/>
                    <a:pt x="90058" y="981090"/>
                  </a:cubicBezTo>
                  <a:lnTo>
                    <a:pt x="90058" y="981090"/>
                  </a:lnTo>
                  <a:cubicBezTo>
                    <a:pt x="71050" y="972879"/>
                    <a:pt x="59961" y="952890"/>
                    <a:pt x="63056" y="932416"/>
                  </a:cubicBezTo>
                  <a:lnTo>
                    <a:pt x="64708" y="921487"/>
                  </a:lnTo>
                  <a:cubicBezTo>
                    <a:pt x="68055" y="899340"/>
                    <a:pt x="58938" y="877150"/>
                    <a:pt x="40987" y="863755"/>
                  </a:cubicBezTo>
                  <a:lnTo>
                    <a:pt x="40987" y="863755"/>
                  </a:lnTo>
                  <a:cubicBezTo>
                    <a:pt x="23602" y="850783"/>
                    <a:pt x="16554" y="828087"/>
                    <a:pt x="23533" y="807549"/>
                  </a:cubicBezTo>
                  <a:lnTo>
                    <a:pt x="25722" y="801106"/>
                  </a:lnTo>
                  <a:cubicBezTo>
                    <a:pt x="33268" y="778897"/>
                    <a:pt x="28469" y="754352"/>
                    <a:pt x="13116" y="736619"/>
                  </a:cubicBezTo>
                  <a:lnTo>
                    <a:pt x="13116" y="736619"/>
                  </a:lnTo>
                  <a:cubicBezTo>
                    <a:pt x="-1750" y="719449"/>
                    <a:pt x="-4221" y="694788"/>
                    <a:pt x="6945" y="675010"/>
                  </a:cubicBezTo>
                  <a:lnTo>
                    <a:pt x="7663" y="673738"/>
                  </a:lnTo>
                  <a:cubicBezTo>
                    <a:pt x="19663" y="652481"/>
                    <a:pt x="19663" y="626494"/>
                    <a:pt x="7663" y="605237"/>
                  </a:cubicBezTo>
                  <a:lnTo>
                    <a:pt x="6944" y="603964"/>
                  </a:lnTo>
                  <a:cubicBezTo>
                    <a:pt x="-4221" y="584187"/>
                    <a:pt x="-1750" y="559526"/>
                    <a:pt x="13116" y="542356"/>
                  </a:cubicBezTo>
                  <a:lnTo>
                    <a:pt x="13116" y="542356"/>
                  </a:lnTo>
                  <a:cubicBezTo>
                    <a:pt x="28469" y="524623"/>
                    <a:pt x="33268" y="500078"/>
                    <a:pt x="25722" y="477869"/>
                  </a:cubicBezTo>
                  <a:lnTo>
                    <a:pt x="23533" y="471425"/>
                  </a:lnTo>
                  <a:cubicBezTo>
                    <a:pt x="16554" y="450887"/>
                    <a:pt x="23602" y="428192"/>
                    <a:pt x="40987" y="415219"/>
                  </a:cubicBezTo>
                  <a:lnTo>
                    <a:pt x="40987" y="415219"/>
                  </a:lnTo>
                  <a:cubicBezTo>
                    <a:pt x="58938" y="401824"/>
                    <a:pt x="68055" y="379634"/>
                    <a:pt x="64708" y="357488"/>
                  </a:cubicBezTo>
                  <a:lnTo>
                    <a:pt x="63056" y="346558"/>
                  </a:lnTo>
                  <a:cubicBezTo>
                    <a:pt x="59961" y="326084"/>
                    <a:pt x="71050" y="306096"/>
                    <a:pt x="90058" y="297884"/>
                  </a:cubicBezTo>
                  <a:lnTo>
                    <a:pt x="90058" y="297884"/>
                  </a:lnTo>
                  <a:cubicBezTo>
                    <a:pt x="109716" y="289391"/>
                    <a:pt x="122631" y="270233"/>
                    <a:pt x="123131" y="248825"/>
                  </a:cubicBezTo>
                  <a:lnTo>
                    <a:pt x="123445" y="235353"/>
                  </a:lnTo>
                  <a:cubicBezTo>
                    <a:pt x="123909" y="215429"/>
                    <a:pt x="138512" y="198667"/>
                    <a:pt x="158185" y="195478"/>
                  </a:cubicBezTo>
                  <a:lnTo>
                    <a:pt x="158185" y="195478"/>
                  </a:lnTo>
                  <a:cubicBezTo>
                    <a:pt x="178596" y="192169"/>
                    <a:pt x="194810" y="176538"/>
                    <a:pt x="198863" y="156261"/>
                  </a:cubicBezTo>
                  <a:lnTo>
                    <a:pt x="201528" y="142930"/>
                  </a:lnTo>
                  <a:cubicBezTo>
                    <a:pt x="205349" y="123818"/>
                    <a:pt x="222984" y="110676"/>
                    <a:pt x="242390" y="112478"/>
                  </a:cubicBezTo>
                  <a:lnTo>
                    <a:pt x="242390" y="112478"/>
                  </a:lnTo>
                  <a:cubicBezTo>
                    <a:pt x="262624" y="114357"/>
                    <a:pt x="281670" y="102660"/>
                    <a:pt x="289145" y="83765"/>
                  </a:cubicBezTo>
                  <a:lnTo>
                    <a:pt x="293311" y="73235"/>
                  </a:lnTo>
                  <a:cubicBezTo>
                    <a:pt x="300467" y="55147"/>
                    <a:pt x="320668" y="45982"/>
                    <a:pt x="338992" y="52511"/>
                  </a:cubicBezTo>
                  <a:lnTo>
                    <a:pt x="338992" y="52511"/>
                  </a:lnTo>
                  <a:cubicBezTo>
                    <a:pt x="358210" y="59358"/>
                    <a:pt x="379609" y="52002"/>
                    <a:pt x="390555" y="34786"/>
                  </a:cubicBezTo>
                  <a:lnTo>
                    <a:pt x="394325" y="28857"/>
                  </a:lnTo>
                  <a:cubicBezTo>
                    <a:pt x="399425" y="20835"/>
                    <a:pt x="407527" y="15192"/>
                    <a:pt x="416819" y="13189"/>
                  </a:cubicBezTo>
                  <a:cubicBezTo>
                    <a:pt x="426111" y="11186"/>
                    <a:pt x="435818" y="12989"/>
                    <a:pt x="443771" y="18197"/>
                  </a:cubicBezTo>
                  <a:lnTo>
                    <a:pt x="443771" y="18197"/>
                  </a:lnTo>
                  <a:cubicBezTo>
                    <a:pt x="461259" y="29649"/>
                    <a:pt x="484413" y="27082"/>
                    <a:pt x="498969" y="12078"/>
                  </a:cubicBezTo>
                  <a:lnTo>
                    <a:pt x="499979" y="11036"/>
                  </a:lnTo>
                  <a:cubicBezTo>
                    <a:pt x="506823" y="3981"/>
                    <a:pt x="516233" y="0"/>
                    <a:pt x="526063" y="0"/>
                  </a:cubicBezTo>
                  <a:cubicBezTo>
                    <a:pt x="535892" y="0"/>
                    <a:pt x="545302" y="3981"/>
                    <a:pt x="552146" y="11036"/>
                  </a:cubicBezTo>
                  <a:close/>
                </a:path>
              </a:pathLst>
            </a:custGeom>
            <a:solidFill>
              <a:srgbClr val="F8BC5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1651" y="188602"/>
              <a:ext cx="672170" cy="87632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3935"/>
                </a:lnSpc>
              </a:pPr>
              <a:r>
                <a:rPr lang="ar-SA" sz="2811" dirty="0">
                  <a:solidFill>
                    <a:srgbClr val="000000"/>
                  </a:solidFill>
                  <a:latin typeface="Hero Bold"/>
                  <a:ea typeface="Hero Bold"/>
                  <a:cs typeface="Hero Bold"/>
                  <a:sym typeface="Hero Bold"/>
                </a:rPr>
                <a:t>مجاني</a:t>
              </a:r>
            </a:p>
            <a:p>
              <a:pPr algn="ctr" rtl="1">
                <a:lnSpc>
                  <a:spcPts val="3935"/>
                </a:lnSpc>
              </a:pPr>
              <a:r>
                <a:rPr lang="ar-SA" sz="2811" dirty="0">
                  <a:solidFill>
                    <a:srgbClr val="000000"/>
                  </a:solidFill>
                  <a:latin typeface="Hero Bold"/>
                  <a:ea typeface="Hero Bold"/>
                  <a:cs typeface="Hero Bold"/>
                  <a:sym typeface="Hero Bold"/>
                </a:rPr>
                <a:t>متعة عائلية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974160" y="-191213"/>
            <a:ext cx="3553144" cy="2247364"/>
          </a:xfrm>
          <a:custGeom>
            <a:avLst/>
            <a:gdLst/>
            <a:ahLst/>
            <a:cxnLst/>
            <a:rect l="l" t="t" r="r" b="b"/>
            <a:pathLst>
              <a:path w="3553144" h="2247364">
                <a:moveTo>
                  <a:pt x="0" y="0"/>
                </a:moveTo>
                <a:lnTo>
                  <a:pt x="3553144" y="0"/>
                </a:lnTo>
                <a:lnTo>
                  <a:pt x="3553144" y="2247363"/>
                </a:lnTo>
                <a:lnTo>
                  <a:pt x="0" y="2247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27304" y="-191213"/>
            <a:ext cx="3553144" cy="2247364"/>
          </a:xfrm>
          <a:custGeom>
            <a:avLst/>
            <a:gdLst/>
            <a:ahLst/>
            <a:cxnLst/>
            <a:rect l="l" t="t" r="r" b="b"/>
            <a:pathLst>
              <a:path w="3553144" h="2247364">
                <a:moveTo>
                  <a:pt x="0" y="0"/>
                </a:moveTo>
                <a:lnTo>
                  <a:pt x="3553145" y="0"/>
                </a:lnTo>
                <a:lnTo>
                  <a:pt x="3553145" y="2247363"/>
                </a:lnTo>
                <a:lnTo>
                  <a:pt x="0" y="2247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441059" y="1271309"/>
            <a:ext cx="8763421" cy="5019050"/>
          </a:xfrm>
          <a:custGeom>
            <a:avLst/>
            <a:gdLst/>
            <a:ahLst/>
            <a:cxnLst/>
            <a:rect l="l" t="t" r="r" b="b"/>
            <a:pathLst>
              <a:path w="8763421" h="5019050">
                <a:moveTo>
                  <a:pt x="0" y="0"/>
                </a:moveTo>
                <a:lnTo>
                  <a:pt x="8763420" y="0"/>
                </a:lnTo>
                <a:lnTo>
                  <a:pt x="8763420" y="5019050"/>
                </a:lnTo>
                <a:lnTo>
                  <a:pt x="0" y="50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124190" y="2243870"/>
            <a:ext cx="8763421" cy="5019050"/>
          </a:xfrm>
          <a:custGeom>
            <a:avLst/>
            <a:gdLst/>
            <a:ahLst/>
            <a:cxnLst/>
            <a:rect l="l" t="t" r="r" b="b"/>
            <a:pathLst>
              <a:path w="8763421" h="5019050">
                <a:moveTo>
                  <a:pt x="0" y="0"/>
                </a:moveTo>
                <a:lnTo>
                  <a:pt x="8763421" y="0"/>
                </a:lnTo>
                <a:lnTo>
                  <a:pt x="8763421" y="5019050"/>
                </a:lnTo>
                <a:lnTo>
                  <a:pt x="0" y="50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35571" y="4886417"/>
            <a:ext cx="6697150" cy="4715613"/>
          </a:xfrm>
          <a:custGeom>
            <a:avLst/>
            <a:gdLst/>
            <a:ahLst/>
            <a:cxnLst/>
            <a:rect l="l" t="t" r="r" b="b"/>
            <a:pathLst>
              <a:path w="6697150" h="4715613">
                <a:moveTo>
                  <a:pt x="0" y="0"/>
                </a:moveTo>
                <a:lnTo>
                  <a:pt x="6697151" y="0"/>
                </a:lnTo>
                <a:lnTo>
                  <a:pt x="6697151" y="4715613"/>
                </a:lnTo>
                <a:lnTo>
                  <a:pt x="0" y="4715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41400" y="4775513"/>
            <a:ext cx="2793716" cy="240625"/>
            <a:chOff x="0" y="0"/>
            <a:chExt cx="1064273" cy="91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1400" y="5072743"/>
            <a:ext cx="2793716" cy="240625"/>
            <a:chOff x="0" y="0"/>
            <a:chExt cx="1064273" cy="916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1400" y="5369973"/>
            <a:ext cx="2793716" cy="240625"/>
            <a:chOff x="0" y="0"/>
            <a:chExt cx="1064273" cy="916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28780" y="5878460"/>
            <a:ext cx="2425633" cy="3896599"/>
          </a:xfrm>
          <a:custGeom>
            <a:avLst/>
            <a:gdLst/>
            <a:ahLst/>
            <a:cxnLst/>
            <a:rect l="l" t="t" r="r" b="b"/>
            <a:pathLst>
              <a:path w="2425633" h="3896599">
                <a:moveTo>
                  <a:pt x="0" y="0"/>
                </a:moveTo>
                <a:lnTo>
                  <a:pt x="2425633" y="0"/>
                </a:lnTo>
                <a:lnTo>
                  <a:pt x="2425633" y="3896598"/>
                </a:lnTo>
                <a:lnTo>
                  <a:pt x="0" y="3896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4289669" y="5341025"/>
            <a:ext cx="2441331" cy="240625"/>
            <a:chOff x="0" y="0"/>
            <a:chExt cx="930031" cy="916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06639" y="4789623"/>
            <a:ext cx="2441331" cy="240625"/>
            <a:chOff x="0" y="0"/>
            <a:chExt cx="930031" cy="9166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22568" y="4271315"/>
            <a:ext cx="2441331" cy="479001"/>
            <a:chOff x="0" y="0"/>
            <a:chExt cx="930031" cy="9166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1400" y="4478284"/>
            <a:ext cx="2793716" cy="240625"/>
            <a:chOff x="0" y="0"/>
            <a:chExt cx="1064273" cy="9166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4273" cy="91667"/>
            </a:xfrm>
            <a:custGeom>
              <a:avLst/>
              <a:gdLst/>
              <a:ahLst/>
              <a:cxnLst/>
              <a:rect l="l" t="t" r="r" b="b"/>
              <a:pathLst>
                <a:path w="1064273" h="91667">
                  <a:moveTo>
                    <a:pt x="45833" y="0"/>
                  </a:moveTo>
                  <a:lnTo>
                    <a:pt x="1018439" y="0"/>
                  </a:lnTo>
                  <a:cubicBezTo>
                    <a:pt x="1043752" y="0"/>
                    <a:pt x="1064273" y="20520"/>
                    <a:pt x="1064273" y="45833"/>
                  </a:cubicBezTo>
                  <a:lnTo>
                    <a:pt x="1064273" y="45833"/>
                  </a:lnTo>
                  <a:cubicBezTo>
                    <a:pt x="1064273" y="71146"/>
                    <a:pt x="1043752" y="91667"/>
                    <a:pt x="1018439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064273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35055" y="5924923"/>
            <a:ext cx="2818446" cy="1901836"/>
            <a:chOff x="0" y="0"/>
            <a:chExt cx="988425" cy="666971"/>
          </a:xfrm>
        </p:grpSpPr>
        <p:sp>
          <p:nvSpPr>
            <p:cNvPr id="33" name="Freeform 33"/>
            <p:cNvSpPr/>
            <p:nvPr/>
          </p:nvSpPr>
          <p:spPr>
            <a:xfrm>
              <a:off x="11831" y="7323"/>
              <a:ext cx="964764" cy="652326"/>
            </a:xfrm>
            <a:custGeom>
              <a:avLst/>
              <a:gdLst/>
              <a:ahLst/>
              <a:cxnLst/>
              <a:rect l="l" t="t" r="r" b="b"/>
              <a:pathLst>
                <a:path w="964764" h="652326">
                  <a:moveTo>
                    <a:pt x="506354" y="6359"/>
                  </a:moveTo>
                  <a:lnTo>
                    <a:pt x="506354" y="6359"/>
                  </a:lnTo>
                  <a:cubicBezTo>
                    <a:pt x="521561" y="15039"/>
                    <a:pt x="539814" y="16602"/>
                    <a:pt x="556275" y="10633"/>
                  </a:cubicBezTo>
                  <a:lnTo>
                    <a:pt x="561753" y="8647"/>
                  </a:lnTo>
                  <a:cubicBezTo>
                    <a:pt x="576532" y="3289"/>
                    <a:pt x="593054" y="6369"/>
                    <a:pt x="604909" y="16693"/>
                  </a:cubicBezTo>
                  <a:lnTo>
                    <a:pt x="604909" y="16693"/>
                  </a:lnTo>
                  <a:cubicBezTo>
                    <a:pt x="617027" y="27245"/>
                    <a:pt x="633344" y="31601"/>
                    <a:pt x="649109" y="28491"/>
                  </a:cubicBezTo>
                  <a:lnTo>
                    <a:pt x="661542" y="26038"/>
                  </a:lnTo>
                  <a:cubicBezTo>
                    <a:pt x="675523" y="23280"/>
                    <a:pt x="689825" y="28956"/>
                    <a:pt x="698110" y="40551"/>
                  </a:cubicBezTo>
                  <a:lnTo>
                    <a:pt x="698110" y="40551"/>
                  </a:lnTo>
                  <a:cubicBezTo>
                    <a:pt x="706587" y="52415"/>
                    <a:pt x="720527" y="59141"/>
                    <a:pt x="735089" y="58392"/>
                  </a:cubicBezTo>
                  <a:lnTo>
                    <a:pt x="752679" y="57488"/>
                  </a:lnTo>
                  <a:cubicBezTo>
                    <a:pt x="765623" y="56822"/>
                    <a:pt x="777480" y="64701"/>
                    <a:pt x="781882" y="76892"/>
                  </a:cubicBezTo>
                  <a:lnTo>
                    <a:pt x="781882" y="76892"/>
                  </a:lnTo>
                  <a:cubicBezTo>
                    <a:pt x="786402" y="89413"/>
                    <a:pt x="797769" y="98178"/>
                    <a:pt x="811026" y="99368"/>
                  </a:cubicBezTo>
                  <a:lnTo>
                    <a:pt x="830631" y="101128"/>
                  </a:lnTo>
                  <a:cubicBezTo>
                    <a:pt x="842675" y="102209"/>
                    <a:pt x="852056" y="112045"/>
                    <a:pt x="852564" y="124128"/>
                  </a:cubicBezTo>
                  <a:lnTo>
                    <a:pt x="852564" y="124128"/>
                  </a:lnTo>
                  <a:cubicBezTo>
                    <a:pt x="853090" y="136620"/>
                    <a:pt x="861843" y="147245"/>
                    <a:pt x="874003" y="150154"/>
                  </a:cubicBezTo>
                  <a:lnTo>
                    <a:pt x="891798" y="154410"/>
                  </a:lnTo>
                  <a:cubicBezTo>
                    <a:pt x="897290" y="155724"/>
                    <a:pt x="902015" y="159209"/>
                    <a:pt x="904893" y="164068"/>
                  </a:cubicBezTo>
                  <a:cubicBezTo>
                    <a:pt x="907771" y="168927"/>
                    <a:pt x="908556" y="174745"/>
                    <a:pt x="907069" y="180193"/>
                  </a:cubicBezTo>
                  <a:lnTo>
                    <a:pt x="907069" y="180193"/>
                  </a:lnTo>
                  <a:cubicBezTo>
                    <a:pt x="903828" y="192063"/>
                    <a:pt x="909927" y="204490"/>
                    <a:pt x="921299" y="209189"/>
                  </a:cubicBezTo>
                  <a:lnTo>
                    <a:pt x="933819" y="214362"/>
                  </a:lnTo>
                  <a:cubicBezTo>
                    <a:pt x="939106" y="216546"/>
                    <a:pt x="943171" y="220938"/>
                    <a:pt x="944939" y="226379"/>
                  </a:cubicBezTo>
                  <a:cubicBezTo>
                    <a:pt x="946708" y="231819"/>
                    <a:pt x="946003" y="237762"/>
                    <a:pt x="943011" y="242638"/>
                  </a:cubicBezTo>
                  <a:lnTo>
                    <a:pt x="943011" y="242638"/>
                  </a:lnTo>
                  <a:cubicBezTo>
                    <a:pt x="936358" y="253481"/>
                    <a:pt x="939613" y="267655"/>
                    <a:pt x="950331" y="274509"/>
                  </a:cubicBezTo>
                  <a:lnTo>
                    <a:pt x="955624" y="277894"/>
                  </a:lnTo>
                  <a:cubicBezTo>
                    <a:pt x="960709" y="281146"/>
                    <a:pt x="964034" y="286538"/>
                    <a:pt x="964657" y="292542"/>
                  </a:cubicBezTo>
                  <a:cubicBezTo>
                    <a:pt x="965280" y="298546"/>
                    <a:pt x="963132" y="304507"/>
                    <a:pt x="958823" y="308733"/>
                  </a:cubicBezTo>
                  <a:lnTo>
                    <a:pt x="958823" y="308733"/>
                  </a:lnTo>
                  <a:cubicBezTo>
                    <a:pt x="954142" y="313325"/>
                    <a:pt x="951504" y="319606"/>
                    <a:pt x="951504" y="326163"/>
                  </a:cubicBezTo>
                  <a:cubicBezTo>
                    <a:pt x="951504" y="332719"/>
                    <a:pt x="954142" y="339001"/>
                    <a:pt x="958823" y="343592"/>
                  </a:cubicBezTo>
                  <a:lnTo>
                    <a:pt x="958823" y="343592"/>
                  </a:lnTo>
                  <a:cubicBezTo>
                    <a:pt x="963132" y="347819"/>
                    <a:pt x="965280" y="353779"/>
                    <a:pt x="964657" y="359783"/>
                  </a:cubicBezTo>
                  <a:cubicBezTo>
                    <a:pt x="964034" y="365787"/>
                    <a:pt x="960709" y="371180"/>
                    <a:pt x="955624" y="374431"/>
                  </a:cubicBezTo>
                  <a:lnTo>
                    <a:pt x="950331" y="377816"/>
                  </a:lnTo>
                  <a:cubicBezTo>
                    <a:pt x="939613" y="384670"/>
                    <a:pt x="936358" y="398844"/>
                    <a:pt x="943011" y="409687"/>
                  </a:cubicBezTo>
                  <a:lnTo>
                    <a:pt x="943011" y="409687"/>
                  </a:lnTo>
                  <a:cubicBezTo>
                    <a:pt x="946003" y="414563"/>
                    <a:pt x="946708" y="420506"/>
                    <a:pt x="944939" y="425946"/>
                  </a:cubicBezTo>
                  <a:cubicBezTo>
                    <a:pt x="943171" y="431387"/>
                    <a:pt x="939106" y="435779"/>
                    <a:pt x="933819" y="437964"/>
                  </a:cubicBezTo>
                  <a:lnTo>
                    <a:pt x="921299" y="443137"/>
                  </a:lnTo>
                  <a:cubicBezTo>
                    <a:pt x="909927" y="447835"/>
                    <a:pt x="903828" y="460262"/>
                    <a:pt x="907069" y="472132"/>
                  </a:cubicBezTo>
                  <a:lnTo>
                    <a:pt x="907069" y="472132"/>
                  </a:lnTo>
                  <a:cubicBezTo>
                    <a:pt x="908556" y="477580"/>
                    <a:pt x="907771" y="483399"/>
                    <a:pt x="904893" y="488258"/>
                  </a:cubicBezTo>
                  <a:cubicBezTo>
                    <a:pt x="902015" y="493117"/>
                    <a:pt x="897290" y="496601"/>
                    <a:pt x="891798" y="497915"/>
                  </a:cubicBezTo>
                  <a:lnTo>
                    <a:pt x="874003" y="502171"/>
                  </a:lnTo>
                  <a:cubicBezTo>
                    <a:pt x="861843" y="505080"/>
                    <a:pt x="853090" y="515706"/>
                    <a:pt x="852564" y="528198"/>
                  </a:cubicBezTo>
                  <a:lnTo>
                    <a:pt x="852564" y="528198"/>
                  </a:lnTo>
                  <a:cubicBezTo>
                    <a:pt x="852056" y="540280"/>
                    <a:pt x="842675" y="550116"/>
                    <a:pt x="830631" y="551197"/>
                  </a:cubicBezTo>
                  <a:lnTo>
                    <a:pt x="811026" y="552957"/>
                  </a:lnTo>
                  <a:cubicBezTo>
                    <a:pt x="797768" y="554147"/>
                    <a:pt x="786402" y="562913"/>
                    <a:pt x="781882" y="575433"/>
                  </a:cubicBezTo>
                  <a:lnTo>
                    <a:pt x="781882" y="575433"/>
                  </a:lnTo>
                  <a:cubicBezTo>
                    <a:pt x="777480" y="587624"/>
                    <a:pt x="765623" y="595503"/>
                    <a:pt x="752679" y="594837"/>
                  </a:cubicBezTo>
                  <a:lnTo>
                    <a:pt x="735090" y="593933"/>
                  </a:lnTo>
                  <a:cubicBezTo>
                    <a:pt x="720527" y="593184"/>
                    <a:pt x="706587" y="599910"/>
                    <a:pt x="698110" y="611774"/>
                  </a:cubicBezTo>
                  <a:lnTo>
                    <a:pt x="698110" y="611774"/>
                  </a:lnTo>
                  <a:cubicBezTo>
                    <a:pt x="689825" y="623370"/>
                    <a:pt x="675523" y="629046"/>
                    <a:pt x="661542" y="626288"/>
                  </a:cubicBezTo>
                  <a:lnTo>
                    <a:pt x="649109" y="623835"/>
                  </a:lnTo>
                  <a:cubicBezTo>
                    <a:pt x="633344" y="620725"/>
                    <a:pt x="617027" y="625080"/>
                    <a:pt x="604909" y="635633"/>
                  </a:cubicBezTo>
                  <a:lnTo>
                    <a:pt x="604909" y="635633"/>
                  </a:lnTo>
                  <a:cubicBezTo>
                    <a:pt x="593054" y="645956"/>
                    <a:pt x="576532" y="649037"/>
                    <a:pt x="561753" y="643678"/>
                  </a:cubicBezTo>
                  <a:lnTo>
                    <a:pt x="556275" y="641692"/>
                  </a:lnTo>
                  <a:cubicBezTo>
                    <a:pt x="539814" y="635724"/>
                    <a:pt x="521561" y="637286"/>
                    <a:pt x="506354" y="645966"/>
                  </a:cubicBezTo>
                  <a:lnTo>
                    <a:pt x="506354" y="645966"/>
                  </a:lnTo>
                  <a:cubicBezTo>
                    <a:pt x="491497" y="654446"/>
                    <a:pt x="473266" y="654446"/>
                    <a:pt x="458409" y="645966"/>
                  </a:cubicBezTo>
                  <a:lnTo>
                    <a:pt x="458409" y="645966"/>
                  </a:lnTo>
                  <a:cubicBezTo>
                    <a:pt x="443201" y="637286"/>
                    <a:pt x="424949" y="635724"/>
                    <a:pt x="408487" y="641692"/>
                  </a:cubicBezTo>
                  <a:lnTo>
                    <a:pt x="403010" y="643678"/>
                  </a:lnTo>
                  <a:cubicBezTo>
                    <a:pt x="388231" y="649037"/>
                    <a:pt x="371709" y="645956"/>
                    <a:pt x="359854" y="635633"/>
                  </a:cubicBezTo>
                  <a:lnTo>
                    <a:pt x="359854" y="635633"/>
                  </a:lnTo>
                  <a:cubicBezTo>
                    <a:pt x="347736" y="625080"/>
                    <a:pt x="331419" y="620725"/>
                    <a:pt x="315654" y="623835"/>
                  </a:cubicBezTo>
                  <a:lnTo>
                    <a:pt x="303221" y="626288"/>
                  </a:lnTo>
                  <a:cubicBezTo>
                    <a:pt x="289240" y="629046"/>
                    <a:pt x="274938" y="623370"/>
                    <a:pt x="266653" y="611774"/>
                  </a:cubicBezTo>
                  <a:lnTo>
                    <a:pt x="266653" y="611774"/>
                  </a:lnTo>
                  <a:cubicBezTo>
                    <a:pt x="258176" y="599910"/>
                    <a:pt x="244236" y="593184"/>
                    <a:pt x="229673" y="593933"/>
                  </a:cubicBezTo>
                  <a:lnTo>
                    <a:pt x="212084" y="594837"/>
                  </a:lnTo>
                  <a:cubicBezTo>
                    <a:pt x="199139" y="595503"/>
                    <a:pt x="187282" y="587624"/>
                    <a:pt x="182881" y="575433"/>
                  </a:cubicBezTo>
                  <a:lnTo>
                    <a:pt x="182881" y="575433"/>
                  </a:lnTo>
                  <a:cubicBezTo>
                    <a:pt x="178361" y="562913"/>
                    <a:pt x="166994" y="554147"/>
                    <a:pt x="153737" y="552957"/>
                  </a:cubicBezTo>
                  <a:lnTo>
                    <a:pt x="134132" y="551197"/>
                  </a:lnTo>
                  <a:cubicBezTo>
                    <a:pt x="122087" y="550116"/>
                    <a:pt x="112707" y="540280"/>
                    <a:pt x="112198" y="528198"/>
                  </a:cubicBezTo>
                  <a:lnTo>
                    <a:pt x="112198" y="528198"/>
                  </a:lnTo>
                  <a:cubicBezTo>
                    <a:pt x="111672" y="515706"/>
                    <a:pt x="102919" y="505080"/>
                    <a:pt x="90759" y="502171"/>
                  </a:cubicBezTo>
                  <a:lnTo>
                    <a:pt x="72966" y="497915"/>
                  </a:lnTo>
                  <a:cubicBezTo>
                    <a:pt x="67473" y="496601"/>
                    <a:pt x="62748" y="493117"/>
                    <a:pt x="59870" y="488258"/>
                  </a:cubicBezTo>
                  <a:cubicBezTo>
                    <a:pt x="56992" y="483399"/>
                    <a:pt x="56207" y="477580"/>
                    <a:pt x="57694" y="472132"/>
                  </a:cubicBezTo>
                  <a:lnTo>
                    <a:pt x="57694" y="472132"/>
                  </a:lnTo>
                  <a:cubicBezTo>
                    <a:pt x="60935" y="460262"/>
                    <a:pt x="54836" y="447835"/>
                    <a:pt x="43464" y="443137"/>
                  </a:cubicBezTo>
                  <a:lnTo>
                    <a:pt x="30943" y="437964"/>
                  </a:lnTo>
                  <a:cubicBezTo>
                    <a:pt x="25656" y="435779"/>
                    <a:pt x="21592" y="431387"/>
                    <a:pt x="19823" y="425946"/>
                  </a:cubicBezTo>
                  <a:cubicBezTo>
                    <a:pt x="18054" y="420506"/>
                    <a:pt x="18759" y="414563"/>
                    <a:pt x="21751" y="409687"/>
                  </a:cubicBezTo>
                  <a:lnTo>
                    <a:pt x="21751" y="409687"/>
                  </a:lnTo>
                  <a:cubicBezTo>
                    <a:pt x="28405" y="398844"/>
                    <a:pt x="25150" y="384670"/>
                    <a:pt x="14432" y="377816"/>
                  </a:cubicBezTo>
                  <a:lnTo>
                    <a:pt x="9139" y="374431"/>
                  </a:lnTo>
                  <a:cubicBezTo>
                    <a:pt x="4054" y="371180"/>
                    <a:pt x="728" y="365787"/>
                    <a:pt x="105" y="359783"/>
                  </a:cubicBezTo>
                  <a:cubicBezTo>
                    <a:pt x="-517" y="353779"/>
                    <a:pt x="1630" y="347819"/>
                    <a:pt x="5940" y="343592"/>
                  </a:cubicBezTo>
                  <a:lnTo>
                    <a:pt x="5940" y="343592"/>
                  </a:lnTo>
                  <a:cubicBezTo>
                    <a:pt x="10621" y="339001"/>
                    <a:pt x="13259" y="332719"/>
                    <a:pt x="13259" y="326163"/>
                  </a:cubicBezTo>
                  <a:cubicBezTo>
                    <a:pt x="13259" y="319606"/>
                    <a:pt x="10621" y="313325"/>
                    <a:pt x="5940" y="308733"/>
                  </a:cubicBezTo>
                  <a:lnTo>
                    <a:pt x="5940" y="308733"/>
                  </a:lnTo>
                  <a:cubicBezTo>
                    <a:pt x="1630" y="304507"/>
                    <a:pt x="-517" y="298546"/>
                    <a:pt x="105" y="292542"/>
                  </a:cubicBezTo>
                  <a:cubicBezTo>
                    <a:pt x="728" y="286538"/>
                    <a:pt x="4054" y="281146"/>
                    <a:pt x="9139" y="277894"/>
                  </a:cubicBezTo>
                  <a:lnTo>
                    <a:pt x="14432" y="274509"/>
                  </a:lnTo>
                  <a:cubicBezTo>
                    <a:pt x="25150" y="267655"/>
                    <a:pt x="28405" y="253481"/>
                    <a:pt x="21751" y="242638"/>
                  </a:cubicBezTo>
                  <a:lnTo>
                    <a:pt x="21751" y="242638"/>
                  </a:lnTo>
                  <a:cubicBezTo>
                    <a:pt x="18759" y="237762"/>
                    <a:pt x="18054" y="231820"/>
                    <a:pt x="19823" y="226379"/>
                  </a:cubicBezTo>
                  <a:cubicBezTo>
                    <a:pt x="21592" y="220938"/>
                    <a:pt x="25656" y="216546"/>
                    <a:pt x="30943" y="214362"/>
                  </a:cubicBezTo>
                  <a:lnTo>
                    <a:pt x="43464" y="209189"/>
                  </a:lnTo>
                  <a:cubicBezTo>
                    <a:pt x="54836" y="204490"/>
                    <a:pt x="60935" y="192063"/>
                    <a:pt x="57694" y="180193"/>
                  </a:cubicBezTo>
                  <a:lnTo>
                    <a:pt x="57694" y="180193"/>
                  </a:lnTo>
                  <a:cubicBezTo>
                    <a:pt x="56207" y="174745"/>
                    <a:pt x="56992" y="168927"/>
                    <a:pt x="59870" y="164068"/>
                  </a:cubicBezTo>
                  <a:cubicBezTo>
                    <a:pt x="62748" y="159209"/>
                    <a:pt x="67473" y="155724"/>
                    <a:pt x="72966" y="154410"/>
                  </a:cubicBezTo>
                  <a:lnTo>
                    <a:pt x="90759" y="150154"/>
                  </a:lnTo>
                  <a:cubicBezTo>
                    <a:pt x="102919" y="147245"/>
                    <a:pt x="111672" y="136620"/>
                    <a:pt x="112198" y="124128"/>
                  </a:cubicBezTo>
                  <a:lnTo>
                    <a:pt x="112198" y="124128"/>
                  </a:lnTo>
                  <a:cubicBezTo>
                    <a:pt x="112707" y="112045"/>
                    <a:pt x="122087" y="102209"/>
                    <a:pt x="134132" y="101128"/>
                  </a:cubicBezTo>
                  <a:lnTo>
                    <a:pt x="153736" y="99368"/>
                  </a:lnTo>
                  <a:cubicBezTo>
                    <a:pt x="166994" y="98178"/>
                    <a:pt x="178361" y="89413"/>
                    <a:pt x="182881" y="76892"/>
                  </a:cubicBezTo>
                  <a:lnTo>
                    <a:pt x="182881" y="76892"/>
                  </a:lnTo>
                  <a:cubicBezTo>
                    <a:pt x="187282" y="64701"/>
                    <a:pt x="199139" y="56822"/>
                    <a:pt x="212084" y="57488"/>
                  </a:cubicBezTo>
                  <a:lnTo>
                    <a:pt x="229673" y="58392"/>
                  </a:lnTo>
                  <a:cubicBezTo>
                    <a:pt x="244236" y="59141"/>
                    <a:pt x="258176" y="52415"/>
                    <a:pt x="266653" y="40551"/>
                  </a:cubicBezTo>
                  <a:lnTo>
                    <a:pt x="266653" y="40551"/>
                  </a:lnTo>
                  <a:cubicBezTo>
                    <a:pt x="274938" y="28956"/>
                    <a:pt x="289240" y="23280"/>
                    <a:pt x="303221" y="26038"/>
                  </a:cubicBezTo>
                  <a:lnTo>
                    <a:pt x="315654" y="28491"/>
                  </a:lnTo>
                  <a:cubicBezTo>
                    <a:pt x="331419" y="31601"/>
                    <a:pt x="347736" y="27245"/>
                    <a:pt x="359854" y="16693"/>
                  </a:cubicBezTo>
                  <a:lnTo>
                    <a:pt x="359854" y="16693"/>
                  </a:lnTo>
                  <a:cubicBezTo>
                    <a:pt x="371709" y="6369"/>
                    <a:pt x="388231" y="3289"/>
                    <a:pt x="403010" y="8647"/>
                  </a:cubicBezTo>
                  <a:lnTo>
                    <a:pt x="408487" y="10633"/>
                  </a:lnTo>
                  <a:cubicBezTo>
                    <a:pt x="424949" y="16602"/>
                    <a:pt x="443201" y="15039"/>
                    <a:pt x="458409" y="6359"/>
                  </a:cubicBezTo>
                  <a:lnTo>
                    <a:pt x="458409" y="6359"/>
                  </a:lnTo>
                  <a:cubicBezTo>
                    <a:pt x="473266" y="-2120"/>
                    <a:pt x="491497" y="-2120"/>
                    <a:pt x="506354" y="6359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5330" y="96482"/>
              <a:ext cx="617765" cy="44543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5971492" y="172961"/>
            <a:ext cx="1519015" cy="1519015"/>
          </a:xfrm>
          <a:custGeom>
            <a:avLst/>
            <a:gdLst/>
            <a:ahLst/>
            <a:cxnLst/>
            <a:rect l="l" t="t" r="r" b="b"/>
            <a:pathLst>
              <a:path w="1519015" h="1519015">
                <a:moveTo>
                  <a:pt x="0" y="0"/>
                </a:moveTo>
                <a:lnTo>
                  <a:pt x="1519016" y="0"/>
                </a:lnTo>
                <a:lnTo>
                  <a:pt x="1519016" y="1519015"/>
                </a:lnTo>
                <a:lnTo>
                  <a:pt x="0" y="1519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4306639" y="5068347"/>
            <a:ext cx="2441331" cy="240625"/>
            <a:chOff x="0" y="0"/>
            <a:chExt cx="930031" cy="9166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0031" cy="91667"/>
            </a:xfrm>
            <a:custGeom>
              <a:avLst/>
              <a:gdLst/>
              <a:ahLst/>
              <a:cxnLst/>
              <a:rect l="l" t="t" r="r" b="b"/>
              <a:pathLst>
                <a:path w="930031" h="91667">
                  <a:moveTo>
                    <a:pt x="45833" y="0"/>
                  </a:moveTo>
                  <a:lnTo>
                    <a:pt x="884198" y="0"/>
                  </a:lnTo>
                  <a:cubicBezTo>
                    <a:pt x="909511" y="0"/>
                    <a:pt x="930031" y="20520"/>
                    <a:pt x="930031" y="45833"/>
                  </a:cubicBezTo>
                  <a:lnTo>
                    <a:pt x="930031" y="45833"/>
                  </a:lnTo>
                  <a:cubicBezTo>
                    <a:pt x="930031" y="71146"/>
                    <a:pt x="909511" y="91667"/>
                    <a:pt x="884198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930031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 rtl="1">
                <a:lnSpc>
                  <a:spcPts val="1975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6377252" y="8488775"/>
            <a:ext cx="1113255" cy="1113255"/>
          </a:xfrm>
          <a:custGeom>
            <a:avLst/>
            <a:gdLst/>
            <a:ahLst/>
            <a:cxnLst/>
            <a:rect l="l" t="t" r="r" b="b"/>
            <a:pathLst>
              <a:path w="1113255" h="1113255">
                <a:moveTo>
                  <a:pt x="0" y="0"/>
                </a:moveTo>
                <a:lnTo>
                  <a:pt x="1113256" y="0"/>
                </a:lnTo>
                <a:lnTo>
                  <a:pt x="1113256" y="1113255"/>
                </a:lnTo>
                <a:lnTo>
                  <a:pt x="0" y="11132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313070" y="1071284"/>
            <a:ext cx="5206676" cy="162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199"/>
              </a:lnSpc>
            </a:pPr>
            <a:r>
              <a:rPr lang="ar-SA" sz="9428" dirty="0">
                <a:solidFill>
                  <a:srgbClr val="4D3C33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الفرقة 120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2654" y="2267356"/>
            <a:ext cx="5267092" cy="128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552"/>
              </a:lnSpc>
            </a:pPr>
            <a:r>
              <a:rPr lang="ar-SA" sz="7537" dirty="0">
                <a:solidFill>
                  <a:srgbClr val="4D3C33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ليلة الافتتاح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558030" y="776808"/>
            <a:ext cx="2656340" cy="38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194"/>
              </a:lnSpc>
            </a:pPr>
            <a:r>
              <a:rPr lang="ar-SA" sz="2281" spc="323" dirty="0">
                <a:solidFill>
                  <a:srgbClr val="4D3C33"/>
                </a:solidFill>
                <a:latin typeface="Hero Bold"/>
                <a:ea typeface="Hero Bold"/>
                <a:cs typeface="Hero Bold"/>
                <a:sym typeface="Hero Bold"/>
              </a:rPr>
              <a:t>تعالوا انضموا إلينا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95148" y="3612804"/>
            <a:ext cx="4982105" cy="66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634"/>
              </a:lnSpc>
            </a:pPr>
            <a:r>
              <a:rPr lang="ar-SA" sz="1881" dirty="0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الاثنين 24 أغسطس 2026، 6-7 مساءً</a:t>
            </a:r>
          </a:p>
          <a:p>
            <a:pPr algn="ctr" rtl="1">
              <a:lnSpc>
                <a:spcPts val="2634"/>
              </a:lnSpc>
            </a:pPr>
            <a:r>
              <a:rPr lang="ar-SA" sz="1881" dirty="0" err="1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روكينغهام</a:t>
            </a:r>
            <a:r>
              <a:rPr lang="ar-SA" sz="1881" dirty="0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 بارك، 1 </a:t>
            </a:r>
            <a:r>
              <a:rPr lang="ar-SA" sz="1881" dirty="0" err="1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روكينغهام</a:t>
            </a:r>
            <a:r>
              <a:rPr lang="ar-SA" sz="1881" dirty="0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 بارك واي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03034" y="4456463"/>
            <a:ext cx="1851379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75"/>
              </a:lnSpc>
            </a:pPr>
            <a:r>
              <a:rPr lang="ar-SA" sz="1411" dirty="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حلوى </a:t>
            </a:r>
            <a:r>
              <a:rPr lang="ar-SA" sz="1411" dirty="0" err="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السموريز</a:t>
            </a:r>
            <a:endParaRPr lang="ar-SA" sz="1411" dirty="0">
              <a:solidFill>
                <a:srgbClr val="FFFFFF"/>
              </a:solidFill>
              <a:latin typeface="Hero"/>
              <a:ea typeface="Hero"/>
              <a:cs typeface="Hero"/>
              <a:sym typeface="Hero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03034" y="4750316"/>
            <a:ext cx="1787771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75"/>
              </a:lnSpc>
            </a:pPr>
            <a:r>
              <a:rPr lang="ar-SA" sz="1411" dirty="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سباقات القوارب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03034" y="5044168"/>
            <a:ext cx="2064042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75"/>
              </a:lnSpc>
            </a:pPr>
            <a:r>
              <a:rPr lang="ar-SA" sz="1411" dirty="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سباقات الطائرات الورقية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03034" y="5338021"/>
            <a:ext cx="2547698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75"/>
              </a:lnSpc>
            </a:pPr>
            <a:r>
              <a:rPr lang="ar-SA" sz="1411" dirty="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الاستكشاف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615968" y="4262686"/>
            <a:ext cx="1676207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975"/>
              </a:lnSpc>
            </a:pPr>
            <a:r>
              <a:rPr lang="ar-SA" sz="1411" dirty="0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الصفوف K-5</a:t>
            </a:r>
            <a:endParaRPr lang="en-US" sz="1411" dirty="0">
              <a:solidFill>
                <a:srgbClr val="FFFFFF"/>
              </a:solidFill>
              <a:latin typeface="Hero Bold"/>
              <a:ea typeface="Hero Bold"/>
              <a:cs typeface="Hero Bold"/>
              <a:sym typeface="Hero Bold"/>
            </a:endParaRPr>
          </a:p>
          <a:p>
            <a:pPr algn="ctr" rtl="1">
              <a:lnSpc>
                <a:spcPts val="1975"/>
              </a:lnSpc>
            </a:pPr>
            <a:r>
              <a:rPr lang="ar-SA" sz="1411" dirty="0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الفتيان والفتيات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372565" y="4773833"/>
            <a:ext cx="2275539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975"/>
              </a:lnSpc>
            </a:pPr>
            <a:r>
              <a:rPr lang="ar-SA" sz="1411" dirty="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المشاركة المجتمعية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372565" y="5312450"/>
            <a:ext cx="2275539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975"/>
              </a:lnSpc>
            </a:pPr>
            <a:r>
              <a:rPr lang="ar-SA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https://pack120vahc.org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35571" y="6388878"/>
            <a:ext cx="2278157" cy="9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94"/>
              </a:lnSpc>
            </a:pPr>
            <a:r>
              <a:rPr lang="ar-SA" sz="1781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اكتشفوا متعة الكشافة!</a:t>
            </a:r>
          </a:p>
          <a:p>
            <a:pPr algn="ctr" rtl="1">
              <a:lnSpc>
                <a:spcPts val="2494"/>
              </a:lnSpc>
            </a:pPr>
            <a:r>
              <a:rPr lang="ar-SA" sz="1781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انضموا إلى المغامرة!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72565" y="5058563"/>
            <a:ext cx="2275539" cy="24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974"/>
              </a:lnSpc>
              <a:spcBef>
                <a:spcPct val="0"/>
              </a:spcBef>
            </a:pPr>
            <a:r>
              <a:rPr lang="ar-SA" sz="1410" dirty="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الكثير من المرح</a:t>
            </a:r>
          </a:p>
        </p:txBody>
      </p:sp>
      <p:sp>
        <p:nvSpPr>
          <p:cNvPr id="54" name="TextBox 54"/>
          <p:cNvSpPr txBox="1"/>
          <p:nvPr/>
        </p:nvSpPr>
        <p:spPr>
          <a:xfrm rot="-5400000">
            <a:off x="-2558785" y="6349498"/>
            <a:ext cx="64434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79"/>
              </a:lnSpc>
              <a:spcBef>
                <a:spcPct val="0"/>
              </a:spcBef>
            </a:pPr>
            <a:r>
              <a:rPr lang="ar-SA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هذه المواد، والنشاط الموضح هنا، غير مدعومة أو معتمدة من قِبل مجلس مدارس مدينة </a:t>
            </a:r>
            <a:r>
              <a:rPr lang="ar-SA" sz="1200" dirty="0" err="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هاريسونبرغ</a:t>
            </a:r>
            <a:r>
              <a:rPr lang="ar-SA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55" name="TextBox 53">
            <a:extLst>
              <a:ext uri="{FF2B5EF4-FFF2-40B4-BE49-F238E27FC236}">
                <a16:creationId xmlns:a16="http://schemas.microsoft.com/office/drawing/2014/main" id="{1A4B781F-7D7D-957F-8CBC-F72163D292B1}"/>
              </a:ext>
            </a:extLst>
          </p:cNvPr>
          <p:cNvSpPr txBox="1"/>
          <p:nvPr/>
        </p:nvSpPr>
        <p:spPr>
          <a:xfrm>
            <a:off x="5971492" y="9630344"/>
            <a:ext cx="1519016" cy="201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http://</a:t>
            </a:r>
            <a:r>
              <a:rPr lang="en-US" sz="1200" dirty="0" err="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tiny.cc</a:t>
            </a:r>
            <a:r>
              <a:rPr lang="en-US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/p120-26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601845">
            <a:off x="253778" y="355970"/>
            <a:ext cx="2991567" cy="2509843"/>
            <a:chOff x="0" y="0"/>
            <a:chExt cx="1562240" cy="1310676"/>
          </a:xfrm>
        </p:grpSpPr>
        <p:sp>
          <p:nvSpPr>
            <p:cNvPr id="3" name="Freeform 3"/>
            <p:cNvSpPr/>
            <p:nvPr/>
          </p:nvSpPr>
          <p:spPr>
            <a:xfrm>
              <a:off x="18194" y="14810"/>
              <a:ext cx="1525852" cy="1281057"/>
            </a:xfrm>
            <a:custGeom>
              <a:avLst/>
              <a:gdLst/>
              <a:ahLst/>
              <a:cxnLst/>
              <a:rect l="l" t="t" r="r" b="b"/>
              <a:pathLst>
                <a:path w="1525852" h="1281057">
                  <a:moveTo>
                    <a:pt x="800815" y="12077"/>
                  </a:moveTo>
                  <a:lnTo>
                    <a:pt x="800815" y="12077"/>
                  </a:lnTo>
                  <a:cubicBezTo>
                    <a:pt x="824285" y="28732"/>
                    <a:pt x="854824" y="31698"/>
                    <a:pt x="881059" y="19871"/>
                  </a:cubicBezTo>
                  <a:lnTo>
                    <a:pt x="885429" y="17901"/>
                  </a:lnTo>
                  <a:cubicBezTo>
                    <a:pt x="909794" y="6918"/>
                    <a:pt x="938452" y="12750"/>
                    <a:pt x="956585" y="32383"/>
                  </a:cubicBezTo>
                  <a:lnTo>
                    <a:pt x="956585" y="32383"/>
                  </a:lnTo>
                  <a:cubicBezTo>
                    <a:pt x="975319" y="52666"/>
                    <a:pt x="1003591" y="61174"/>
                    <a:pt x="1030406" y="54596"/>
                  </a:cubicBezTo>
                  <a:lnTo>
                    <a:pt x="1040469" y="52128"/>
                  </a:lnTo>
                  <a:cubicBezTo>
                    <a:pt x="1065295" y="46039"/>
                    <a:pt x="1091156" y="57105"/>
                    <a:pt x="1103892" y="79268"/>
                  </a:cubicBezTo>
                  <a:lnTo>
                    <a:pt x="1103892" y="79268"/>
                  </a:lnTo>
                  <a:cubicBezTo>
                    <a:pt x="1117059" y="102180"/>
                    <a:pt x="1142098" y="115622"/>
                    <a:pt x="1168470" y="113936"/>
                  </a:cubicBezTo>
                  <a:lnTo>
                    <a:pt x="1182670" y="113028"/>
                  </a:lnTo>
                  <a:cubicBezTo>
                    <a:pt x="1207161" y="111462"/>
                    <a:pt x="1229453" y="127116"/>
                    <a:pt x="1236297" y="150683"/>
                  </a:cubicBezTo>
                  <a:lnTo>
                    <a:pt x="1236297" y="150683"/>
                  </a:lnTo>
                  <a:cubicBezTo>
                    <a:pt x="1243388" y="175103"/>
                    <a:pt x="1264478" y="192855"/>
                    <a:pt x="1289750" y="195676"/>
                  </a:cubicBezTo>
                  <a:lnTo>
                    <a:pt x="1305355" y="197417"/>
                  </a:lnTo>
                  <a:cubicBezTo>
                    <a:pt x="1329044" y="200061"/>
                    <a:pt x="1347206" y="219684"/>
                    <a:pt x="1348013" y="243506"/>
                  </a:cubicBezTo>
                  <a:lnTo>
                    <a:pt x="1348013" y="243506"/>
                  </a:lnTo>
                  <a:cubicBezTo>
                    <a:pt x="1348852" y="268286"/>
                    <a:pt x="1365438" y="289756"/>
                    <a:pt x="1389204" y="296824"/>
                  </a:cubicBezTo>
                  <a:lnTo>
                    <a:pt x="1403063" y="300945"/>
                  </a:lnTo>
                  <a:cubicBezTo>
                    <a:pt x="1425644" y="307661"/>
                    <a:pt x="1439212" y="330670"/>
                    <a:pt x="1434159" y="353681"/>
                  </a:cubicBezTo>
                  <a:lnTo>
                    <a:pt x="1434159" y="353681"/>
                  </a:lnTo>
                  <a:cubicBezTo>
                    <a:pt x="1428876" y="377741"/>
                    <a:pt x="1440460" y="402343"/>
                    <a:pt x="1462372" y="413599"/>
                  </a:cubicBezTo>
                  <a:lnTo>
                    <a:pt x="1471842" y="418464"/>
                  </a:lnTo>
                  <a:cubicBezTo>
                    <a:pt x="1492963" y="429314"/>
                    <a:pt x="1501476" y="455100"/>
                    <a:pt x="1490968" y="476393"/>
                  </a:cubicBezTo>
                  <a:lnTo>
                    <a:pt x="1490968" y="476393"/>
                  </a:lnTo>
                  <a:cubicBezTo>
                    <a:pt x="1479915" y="498787"/>
                    <a:pt x="1485977" y="525857"/>
                    <a:pt x="1505525" y="541399"/>
                  </a:cubicBezTo>
                  <a:lnTo>
                    <a:pt x="1509375" y="544460"/>
                  </a:lnTo>
                  <a:cubicBezTo>
                    <a:pt x="1518522" y="551733"/>
                    <a:pt x="1524369" y="562371"/>
                    <a:pt x="1525606" y="573991"/>
                  </a:cubicBezTo>
                  <a:cubicBezTo>
                    <a:pt x="1526844" y="585611"/>
                    <a:pt x="1523368" y="597242"/>
                    <a:pt x="1515958" y="606278"/>
                  </a:cubicBezTo>
                  <a:lnTo>
                    <a:pt x="1515958" y="606278"/>
                  </a:lnTo>
                  <a:cubicBezTo>
                    <a:pt x="1499628" y="626192"/>
                    <a:pt x="1499628" y="654865"/>
                    <a:pt x="1515958" y="674779"/>
                  </a:cubicBezTo>
                  <a:lnTo>
                    <a:pt x="1515958" y="674779"/>
                  </a:lnTo>
                  <a:cubicBezTo>
                    <a:pt x="1523368" y="683815"/>
                    <a:pt x="1526844" y="695446"/>
                    <a:pt x="1525606" y="707066"/>
                  </a:cubicBezTo>
                  <a:cubicBezTo>
                    <a:pt x="1524369" y="718686"/>
                    <a:pt x="1518522" y="729324"/>
                    <a:pt x="1509375" y="736596"/>
                  </a:cubicBezTo>
                  <a:lnTo>
                    <a:pt x="1505525" y="739657"/>
                  </a:lnTo>
                  <a:cubicBezTo>
                    <a:pt x="1485977" y="755199"/>
                    <a:pt x="1479915" y="782270"/>
                    <a:pt x="1490968" y="804664"/>
                  </a:cubicBezTo>
                  <a:lnTo>
                    <a:pt x="1490968" y="804664"/>
                  </a:lnTo>
                  <a:cubicBezTo>
                    <a:pt x="1501476" y="825957"/>
                    <a:pt x="1492963" y="851742"/>
                    <a:pt x="1471842" y="862592"/>
                  </a:cubicBezTo>
                  <a:lnTo>
                    <a:pt x="1462372" y="867457"/>
                  </a:lnTo>
                  <a:cubicBezTo>
                    <a:pt x="1440460" y="878713"/>
                    <a:pt x="1428876" y="903315"/>
                    <a:pt x="1434159" y="927376"/>
                  </a:cubicBezTo>
                  <a:lnTo>
                    <a:pt x="1434159" y="927376"/>
                  </a:lnTo>
                  <a:cubicBezTo>
                    <a:pt x="1439212" y="950387"/>
                    <a:pt x="1425644" y="973395"/>
                    <a:pt x="1403063" y="980111"/>
                  </a:cubicBezTo>
                  <a:lnTo>
                    <a:pt x="1389204" y="984233"/>
                  </a:lnTo>
                  <a:cubicBezTo>
                    <a:pt x="1365438" y="991301"/>
                    <a:pt x="1348852" y="1012770"/>
                    <a:pt x="1348013" y="1037551"/>
                  </a:cubicBezTo>
                  <a:lnTo>
                    <a:pt x="1348013" y="1037551"/>
                  </a:lnTo>
                  <a:cubicBezTo>
                    <a:pt x="1347206" y="1061373"/>
                    <a:pt x="1329044" y="1080996"/>
                    <a:pt x="1305355" y="1083639"/>
                  </a:cubicBezTo>
                  <a:lnTo>
                    <a:pt x="1289750" y="1085381"/>
                  </a:lnTo>
                  <a:cubicBezTo>
                    <a:pt x="1264478" y="1088201"/>
                    <a:pt x="1243388" y="1105953"/>
                    <a:pt x="1236297" y="1130373"/>
                  </a:cubicBezTo>
                  <a:lnTo>
                    <a:pt x="1236297" y="1130373"/>
                  </a:lnTo>
                  <a:cubicBezTo>
                    <a:pt x="1229453" y="1153940"/>
                    <a:pt x="1207161" y="1169593"/>
                    <a:pt x="1182670" y="1168028"/>
                  </a:cubicBezTo>
                  <a:lnTo>
                    <a:pt x="1168470" y="1167120"/>
                  </a:lnTo>
                  <a:cubicBezTo>
                    <a:pt x="1142098" y="1165434"/>
                    <a:pt x="1117059" y="1178877"/>
                    <a:pt x="1103892" y="1201789"/>
                  </a:cubicBezTo>
                  <a:lnTo>
                    <a:pt x="1103892" y="1201789"/>
                  </a:lnTo>
                  <a:cubicBezTo>
                    <a:pt x="1091156" y="1223952"/>
                    <a:pt x="1065295" y="1235018"/>
                    <a:pt x="1040468" y="1228929"/>
                  </a:cubicBezTo>
                  <a:lnTo>
                    <a:pt x="1030406" y="1226460"/>
                  </a:lnTo>
                  <a:cubicBezTo>
                    <a:pt x="1003590" y="1219883"/>
                    <a:pt x="975319" y="1228390"/>
                    <a:pt x="956585" y="1248673"/>
                  </a:cubicBezTo>
                  <a:lnTo>
                    <a:pt x="956585" y="1248673"/>
                  </a:lnTo>
                  <a:cubicBezTo>
                    <a:pt x="938452" y="1268306"/>
                    <a:pt x="909794" y="1274139"/>
                    <a:pt x="885429" y="1263155"/>
                  </a:cubicBezTo>
                  <a:lnTo>
                    <a:pt x="881060" y="1261185"/>
                  </a:lnTo>
                  <a:cubicBezTo>
                    <a:pt x="854824" y="1249358"/>
                    <a:pt x="824285" y="1252324"/>
                    <a:pt x="800815" y="1268979"/>
                  </a:cubicBezTo>
                  <a:lnTo>
                    <a:pt x="800815" y="1268979"/>
                  </a:lnTo>
                  <a:cubicBezTo>
                    <a:pt x="778122" y="1285083"/>
                    <a:pt x="747730" y="1285083"/>
                    <a:pt x="725037" y="1268979"/>
                  </a:cubicBezTo>
                  <a:lnTo>
                    <a:pt x="725037" y="1268979"/>
                  </a:lnTo>
                  <a:cubicBezTo>
                    <a:pt x="701567" y="1252324"/>
                    <a:pt x="671028" y="1249358"/>
                    <a:pt x="644792" y="1261185"/>
                  </a:cubicBezTo>
                  <a:lnTo>
                    <a:pt x="640423" y="1263155"/>
                  </a:lnTo>
                  <a:cubicBezTo>
                    <a:pt x="616058" y="1274139"/>
                    <a:pt x="587400" y="1268306"/>
                    <a:pt x="569267" y="1248673"/>
                  </a:cubicBezTo>
                  <a:lnTo>
                    <a:pt x="569267" y="1248673"/>
                  </a:lnTo>
                  <a:cubicBezTo>
                    <a:pt x="550533" y="1228390"/>
                    <a:pt x="522261" y="1219883"/>
                    <a:pt x="495446" y="1226460"/>
                  </a:cubicBezTo>
                  <a:lnTo>
                    <a:pt x="485383" y="1228929"/>
                  </a:lnTo>
                  <a:cubicBezTo>
                    <a:pt x="460557" y="1235018"/>
                    <a:pt x="434696" y="1223952"/>
                    <a:pt x="421960" y="1201789"/>
                  </a:cubicBezTo>
                  <a:lnTo>
                    <a:pt x="421960" y="1201789"/>
                  </a:lnTo>
                  <a:cubicBezTo>
                    <a:pt x="408793" y="1178877"/>
                    <a:pt x="383753" y="1165434"/>
                    <a:pt x="357381" y="1167120"/>
                  </a:cubicBezTo>
                  <a:lnTo>
                    <a:pt x="343181" y="1168028"/>
                  </a:lnTo>
                  <a:cubicBezTo>
                    <a:pt x="318691" y="1169593"/>
                    <a:pt x="296398" y="1153940"/>
                    <a:pt x="289555" y="1130373"/>
                  </a:cubicBezTo>
                  <a:lnTo>
                    <a:pt x="289555" y="1130373"/>
                  </a:lnTo>
                  <a:cubicBezTo>
                    <a:pt x="282464" y="1105953"/>
                    <a:pt x="261374" y="1088201"/>
                    <a:pt x="236102" y="1085381"/>
                  </a:cubicBezTo>
                  <a:lnTo>
                    <a:pt x="220496" y="1083639"/>
                  </a:lnTo>
                  <a:cubicBezTo>
                    <a:pt x="196807" y="1080996"/>
                    <a:pt x="178645" y="1061373"/>
                    <a:pt x="177838" y="1037551"/>
                  </a:cubicBezTo>
                  <a:lnTo>
                    <a:pt x="177838" y="1037551"/>
                  </a:lnTo>
                  <a:cubicBezTo>
                    <a:pt x="176999" y="1012770"/>
                    <a:pt x="160412" y="991301"/>
                    <a:pt x="136647" y="984233"/>
                  </a:cubicBezTo>
                  <a:lnTo>
                    <a:pt x="122790" y="980111"/>
                  </a:lnTo>
                  <a:cubicBezTo>
                    <a:pt x="100208" y="973395"/>
                    <a:pt x="86641" y="950387"/>
                    <a:pt x="91693" y="927376"/>
                  </a:cubicBezTo>
                  <a:lnTo>
                    <a:pt x="91693" y="927376"/>
                  </a:lnTo>
                  <a:cubicBezTo>
                    <a:pt x="96976" y="903315"/>
                    <a:pt x="85392" y="878714"/>
                    <a:pt x="63480" y="867457"/>
                  </a:cubicBezTo>
                  <a:lnTo>
                    <a:pt x="54009" y="862592"/>
                  </a:lnTo>
                  <a:cubicBezTo>
                    <a:pt x="32888" y="851742"/>
                    <a:pt x="24375" y="825956"/>
                    <a:pt x="34884" y="804664"/>
                  </a:cubicBezTo>
                  <a:lnTo>
                    <a:pt x="34884" y="804664"/>
                  </a:lnTo>
                  <a:cubicBezTo>
                    <a:pt x="45936" y="782270"/>
                    <a:pt x="39874" y="755199"/>
                    <a:pt x="20327" y="739657"/>
                  </a:cubicBezTo>
                  <a:lnTo>
                    <a:pt x="16477" y="736596"/>
                  </a:lnTo>
                  <a:cubicBezTo>
                    <a:pt x="7330" y="729324"/>
                    <a:pt x="1483" y="718686"/>
                    <a:pt x="245" y="707066"/>
                  </a:cubicBezTo>
                  <a:cubicBezTo>
                    <a:pt x="-992" y="695446"/>
                    <a:pt x="2483" y="683815"/>
                    <a:pt x="9893" y="674779"/>
                  </a:cubicBezTo>
                  <a:lnTo>
                    <a:pt x="9893" y="674779"/>
                  </a:lnTo>
                  <a:cubicBezTo>
                    <a:pt x="26224" y="654865"/>
                    <a:pt x="26224" y="626192"/>
                    <a:pt x="9894" y="606278"/>
                  </a:cubicBezTo>
                  <a:lnTo>
                    <a:pt x="9893" y="606278"/>
                  </a:lnTo>
                  <a:cubicBezTo>
                    <a:pt x="2483" y="597242"/>
                    <a:pt x="-992" y="585611"/>
                    <a:pt x="245" y="573991"/>
                  </a:cubicBezTo>
                  <a:cubicBezTo>
                    <a:pt x="1483" y="562371"/>
                    <a:pt x="7330" y="551733"/>
                    <a:pt x="16477" y="544460"/>
                  </a:cubicBezTo>
                  <a:lnTo>
                    <a:pt x="20327" y="541399"/>
                  </a:lnTo>
                  <a:cubicBezTo>
                    <a:pt x="39874" y="525857"/>
                    <a:pt x="45936" y="498787"/>
                    <a:pt x="34884" y="476393"/>
                  </a:cubicBezTo>
                  <a:lnTo>
                    <a:pt x="34884" y="476393"/>
                  </a:lnTo>
                  <a:cubicBezTo>
                    <a:pt x="24375" y="455100"/>
                    <a:pt x="32888" y="429314"/>
                    <a:pt x="54009" y="418465"/>
                  </a:cubicBezTo>
                  <a:lnTo>
                    <a:pt x="63480" y="413599"/>
                  </a:lnTo>
                  <a:cubicBezTo>
                    <a:pt x="85392" y="402343"/>
                    <a:pt x="96976" y="377741"/>
                    <a:pt x="91693" y="353681"/>
                  </a:cubicBezTo>
                  <a:lnTo>
                    <a:pt x="91693" y="353681"/>
                  </a:lnTo>
                  <a:cubicBezTo>
                    <a:pt x="86641" y="330670"/>
                    <a:pt x="100208" y="307661"/>
                    <a:pt x="122790" y="300945"/>
                  </a:cubicBezTo>
                  <a:lnTo>
                    <a:pt x="136647" y="296824"/>
                  </a:lnTo>
                  <a:cubicBezTo>
                    <a:pt x="160412" y="289756"/>
                    <a:pt x="176999" y="268286"/>
                    <a:pt x="177838" y="243506"/>
                  </a:cubicBezTo>
                  <a:lnTo>
                    <a:pt x="177838" y="243506"/>
                  </a:lnTo>
                  <a:cubicBezTo>
                    <a:pt x="178645" y="219684"/>
                    <a:pt x="196807" y="200061"/>
                    <a:pt x="220496" y="197417"/>
                  </a:cubicBezTo>
                  <a:lnTo>
                    <a:pt x="236102" y="195676"/>
                  </a:lnTo>
                  <a:cubicBezTo>
                    <a:pt x="261373" y="192855"/>
                    <a:pt x="282464" y="175103"/>
                    <a:pt x="289555" y="150683"/>
                  </a:cubicBezTo>
                  <a:lnTo>
                    <a:pt x="289555" y="150683"/>
                  </a:lnTo>
                  <a:cubicBezTo>
                    <a:pt x="296398" y="127116"/>
                    <a:pt x="318691" y="111462"/>
                    <a:pt x="343182" y="113028"/>
                  </a:cubicBezTo>
                  <a:lnTo>
                    <a:pt x="357382" y="113936"/>
                  </a:lnTo>
                  <a:cubicBezTo>
                    <a:pt x="383754" y="115622"/>
                    <a:pt x="408793" y="102180"/>
                    <a:pt x="421960" y="79268"/>
                  </a:cubicBezTo>
                  <a:lnTo>
                    <a:pt x="421960" y="79268"/>
                  </a:lnTo>
                  <a:cubicBezTo>
                    <a:pt x="434696" y="57105"/>
                    <a:pt x="460557" y="46039"/>
                    <a:pt x="485383" y="52128"/>
                  </a:cubicBezTo>
                  <a:lnTo>
                    <a:pt x="495445" y="54596"/>
                  </a:lnTo>
                  <a:cubicBezTo>
                    <a:pt x="522261" y="61174"/>
                    <a:pt x="550533" y="52666"/>
                    <a:pt x="569267" y="32383"/>
                  </a:cubicBezTo>
                  <a:lnTo>
                    <a:pt x="569267" y="32383"/>
                  </a:lnTo>
                  <a:cubicBezTo>
                    <a:pt x="587400" y="12750"/>
                    <a:pt x="616058" y="6918"/>
                    <a:pt x="640423" y="17901"/>
                  </a:cubicBezTo>
                  <a:lnTo>
                    <a:pt x="644792" y="19871"/>
                  </a:lnTo>
                  <a:cubicBezTo>
                    <a:pt x="671028" y="31698"/>
                    <a:pt x="701567" y="28732"/>
                    <a:pt x="725037" y="12077"/>
                  </a:cubicBezTo>
                  <a:lnTo>
                    <a:pt x="725037" y="12077"/>
                  </a:lnTo>
                  <a:cubicBezTo>
                    <a:pt x="747730" y="-4026"/>
                    <a:pt x="778122" y="-4026"/>
                    <a:pt x="800815" y="12077"/>
                  </a:cubicBezTo>
                  <a:close/>
                </a:path>
              </a:pathLst>
            </a:custGeom>
            <a:solidFill>
              <a:srgbClr val="F8BC5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2920" y="188602"/>
              <a:ext cx="976400" cy="87632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000000"/>
                  </a:solidFill>
                  <a:latin typeface="Hero Bold"/>
                  <a:ea typeface="Hero Bold"/>
                  <a:cs typeface="Hero Bold"/>
                  <a:sym typeface="Hero Bold"/>
                </a:rPr>
                <a:t>Diversión</a:t>
              </a:r>
            </a:p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000000"/>
                  </a:solidFill>
                  <a:latin typeface="Hero Bold"/>
                  <a:ea typeface="Hero Bold"/>
                  <a:cs typeface="Hero Bold"/>
                  <a:sym typeface="Hero Bold"/>
                </a:rPr>
                <a:t>familiar GRATUITA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974160" y="-191213"/>
            <a:ext cx="3553144" cy="2247364"/>
          </a:xfrm>
          <a:custGeom>
            <a:avLst/>
            <a:gdLst/>
            <a:ahLst/>
            <a:cxnLst/>
            <a:rect l="l" t="t" r="r" b="b"/>
            <a:pathLst>
              <a:path w="3553144" h="2247364">
                <a:moveTo>
                  <a:pt x="0" y="0"/>
                </a:moveTo>
                <a:lnTo>
                  <a:pt x="3553144" y="0"/>
                </a:lnTo>
                <a:lnTo>
                  <a:pt x="3553144" y="2247363"/>
                </a:lnTo>
                <a:lnTo>
                  <a:pt x="0" y="2247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27304" y="-191213"/>
            <a:ext cx="3553144" cy="2247364"/>
          </a:xfrm>
          <a:custGeom>
            <a:avLst/>
            <a:gdLst/>
            <a:ahLst/>
            <a:cxnLst/>
            <a:rect l="l" t="t" r="r" b="b"/>
            <a:pathLst>
              <a:path w="3553144" h="2247364">
                <a:moveTo>
                  <a:pt x="0" y="0"/>
                </a:moveTo>
                <a:lnTo>
                  <a:pt x="3553145" y="0"/>
                </a:lnTo>
                <a:lnTo>
                  <a:pt x="3553145" y="2247363"/>
                </a:lnTo>
                <a:lnTo>
                  <a:pt x="0" y="2247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441059" y="1271309"/>
            <a:ext cx="8763421" cy="5019050"/>
          </a:xfrm>
          <a:custGeom>
            <a:avLst/>
            <a:gdLst/>
            <a:ahLst/>
            <a:cxnLst/>
            <a:rect l="l" t="t" r="r" b="b"/>
            <a:pathLst>
              <a:path w="8763421" h="5019050">
                <a:moveTo>
                  <a:pt x="0" y="0"/>
                </a:moveTo>
                <a:lnTo>
                  <a:pt x="8763420" y="0"/>
                </a:lnTo>
                <a:lnTo>
                  <a:pt x="8763420" y="5019050"/>
                </a:lnTo>
                <a:lnTo>
                  <a:pt x="0" y="50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124190" y="2243870"/>
            <a:ext cx="8763421" cy="5019050"/>
          </a:xfrm>
          <a:custGeom>
            <a:avLst/>
            <a:gdLst/>
            <a:ahLst/>
            <a:cxnLst/>
            <a:rect l="l" t="t" r="r" b="b"/>
            <a:pathLst>
              <a:path w="8763421" h="5019050">
                <a:moveTo>
                  <a:pt x="0" y="0"/>
                </a:moveTo>
                <a:lnTo>
                  <a:pt x="8763421" y="0"/>
                </a:lnTo>
                <a:lnTo>
                  <a:pt x="8763421" y="5019050"/>
                </a:lnTo>
                <a:lnTo>
                  <a:pt x="0" y="50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647493" y="4878023"/>
            <a:ext cx="6697150" cy="4715613"/>
          </a:xfrm>
          <a:custGeom>
            <a:avLst/>
            <a:gdLst/>
            <a:ahLst/>
            <a:cxnLst/>
            <a:rect l="l" t="t" r="r" b="b"/>
            <a:pathLst>
              <a:path w="6697150" h="4715613">
                <a:moveTo>
                  <a:pt x="0" y="0"/>
                </a:moveTo>
                <a:lnTo>
                  <a:pt x="6697150" y="0"/>
                </a:lnTo>
                <a:lnTo>
                  <a:pt x="6697150" y="4715613"/>
                </a:lnTo>
                <a:lnTo>
                  <a:pt x="0" y="4715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41400" y="4775513"/>
            <a:ext cx="3017559" cy="240625"/>
            <a:chOff x="0" y="0"/>
            <a:chExt cx="1149546" cy="91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9546" cy="91667"/>
            </a:xfrm>
            <a:custGeom>
              <a:avLst/>
              <a:gdLst/>
              <a:ahLst/>
              <a:cxnLst/>
              <a:rect l="l" t="t" r="r" b="b"/>
              <a:pathLst>
                <a:path w="1149546" h="91667">
                  <a:moveTo>
                    <a:pt x="45833" y="0"/>
                  </a:moveTo>
                  <a:lnTo>
                    <a:pt x="1103713" y="0"/>
                  </a:lnTo>
                  <a:cubicBezTo>
                    <a:pt x="1129026" y="0"/>
                    <a:pt x="1149546" y="20520"/>
                    <a:pt x="1149546" y="45833"/>
                  </a:cubicBezTo>
                  <a:lnTo>
                    <a:pt x="1149546" y="45833"/>
                  </a:lnTo>
                  <a:cubicBezTo>
                    <a:pt x="1149546" y="71146"/>
                    <a:pt x="1129026" y="91667"/>
                    <a:pt x="1103713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149546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1400" y="5072743"/>
            <a:ext cx="3017559" cy="240625"/>
            <a:chOff x="0" y="0"/>
            <a:chExt cx="1149546" cy="916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9546" cy="91667"/>
            </a:xfrm>
            <a:custGeom>
              <a:avLst/>
              <a:gdLst/>
              <a:ahLst/>
              <a:cxnLst/>
              <a:rect l="l" t="t" r="r" b="b"/>
              <a:pathLst>
                <a:path w="1149546" h="91667">
                  <a:moveTo>
                    <a:pt x="45833" y="0"/>
                  </a:moveTo>
                  <a:lnTo>
                    <a:pt x="1103713" y="0"/>
                  </a:lnTo>
                  <a:cubicBezTo>
                    <a:pt x="1129026" y="0"/>
                    <a:pt x="1149546" y="20520"/>
                    <a:pt x="1149546" y="45833"/>
                  </a:cubicBezTo>
                  <a:lnTo>
                    <a:pt x="1149546" y="45833"/>
                  </a:lnTo>
                  <a:cubicBezTo>
                    <a:pt x="1149546" y="71146"/>
                    <a:pt x="1129026" y="91667"/>
                    <a:pt x="1103713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149546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1400" y="5369973"/>
            <a:ext cx="3017559" cy="240625"/>
            <a:chOff x="0" y="0"/>
            <a:chExt cx="1149546" cy="916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9546" cy="91667"/>
            </a:xfrm>
            <a:custGeom>
              <a:avLst/>
              <a:gdLst/>
              <a:ahLst/>
              <a:cxnLst/>
              <a:rect l="l" t="t" r="r" b="b"/>
              <a:pathLst>
                <a:path w="1149546" h="91667">
                  <a:moveTo>
                    <a:pt x="45833" y="0"/>
                  </a:moveTo>
                  <a:lnTo>
                    <a:pt x="1103713" y="0"/>
                  </a:lnTo>
                  <a:cubicBezTo>
                    <a:pt x="1129026" y="0"/>
                    <a:pt x="1149546" y="20520"/>
                    <a:pt x="1149546" y="45833"/>
                  </a:cubicBezTo>
                  <a:lnTo>
                    <a:pt x="1149546" y="45833"/>
                  </a:lnTo>
                  <a:cubicBezTo>
                    <a:pt x="1149546" y="71146"/>
                    <a:pt x="1129026" y="91667"/>
                    <a:pt x="1103713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149546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28780" y="5878460"/>
            <a:ext cx="2425633" cy="3896599"/>
          </a:xfrm>
          <a:custGeom>
            <a:avLst/>
            <a:gdLst/>
            <a:ahLst/>
            <a:cxnLst/>
            <a:rect l="l" t="t" r="r" b="b"/>
            <a:pathLst>
              <a:path w="2425633" h="3896599">
                <a:moveTo>
                  <a:pt x="0" y="0"/>
                </a:moveTo>
                <a:lnTo>
                  <a:pt x="2425633" y="0"/>
                </a:lnTo>
                <a:lnTo>
                  <a:pt x="2425633" y="3896598"/>
                </a:lnTo>
                <a:lnTo>
                  <a:pt x="0" y="3896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4289669" y="5341025"/>
            <a:ext cx="3014208" cy="240625"/>
            <a:chOff x="0" y="0"/>
            <a:chExt cx="1148270" cy="916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8270" cy="91667"/>
            </a:xfrm>
            <a:custGeom>
              <a:avLst/>
              <a:gdLst/>
              <a:ahLst/>
              <a:cxnLst/>
              <a:rect l="l" t="t" r="r" b="b"/>
              <a:pathLst>
                <a:path w="1148270" h="91667">
                  <a:moveTo>
                    <a:pt x="45833" y="0"/>
                  </a:moveTo>
                  <a:lnTo>
                    <a:pt x="1102436" y="0"/>
                  </a:lnTo>
                  <a:cubicBezTo>
                    <a:pt x="1127749" y="0"/>
                    <a:pt x="1148270" y="20520"/>
                    <a:pt x="1148270" y="45833"/>
                  </a:cubicBezTo>
                  <a:lnTo>
                    <a:pt x="1148270" y="45833"/>
                  </a:lnTo>
                  <a:cubicBezTo>
                    <a:pt x="1148270" y="71146"/>
                    <a:pt x="1127749" y="91667"/>
                    <a:pt x="1102436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148270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06639" y="4789623"/>
            <a:ext cx="2997238" cy="213493"/>
            <a:chOff x="0" y="0"/>
            <a:chExt cx="1141805" cy="813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1805" cy="81331"/>
            </a:xfrm>
            <a:custGeom>
              <a:avLst/>
              <a:gdLst/>
              <a:ahLst/>
              <a:cxnLst/>
              <a:rect l="l" t="t" r="r" b="b"/>
              <a:pathLst>
                <a:path w="1141805" h="81331">
                  <a:moveTo>
                    <a:pt x="40665" y="0"/>
                  </a:moveTo>
                  <a:lnTo>
                    <a:pt x="1101140" y="0"/>
                  </a:lnTo>
                  <a:cubicBezTo>
                    <a:pt x="1111925" y="0"/>
                    <a:pt x="1122268" y="4284"/>
                    <a:pt x="1129894" y="11911"/>
                  </a:cubicBezTo>
                  <a:cubicBezTo>
                    <a:pt x="1137521" y="19537"/>
                    <a:pt x="1141805" y="29880"/>
                    <a:pt x="1141805" y="40665"/>
                  </a:cubicBezTo>
                  <a:lnTo>
                    <a:pt x="1141805" y="40665"/>
                  </a:lnTo>
                  <a:cubicBezTo>
                    <a:pt x="1141805" y="63124"/>
                    <a:pt x="1123598" y="81331"/>
                    <a:pt x="1101140" y="81331"/>
                  </a:cubicBezTo>
                  <a:lnTo>
                    <a:pt x="40665" y="81331"/>
                  </a:lnTo>
                  <a:cubicBezTo>
                    <a:pt x="18206" y="81331"/>
                    <a:pt x="0" y="63124"/>
                    <a:pt x="0" y="40665"/>
                  </a:cubicBezTo>
                  <a:lnTo>
                    <a:pt x="0" y="40665"/>
                  </a:lnTo>
                  <a:cubicBezTo>
                    <a:pt x="0" y="18206"/>
                    <a:pt x="18206" y="0"/>
                    <a:pt x="40665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141805" cy="109906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89669" y="4485038"/>
            <a:ext cx="3014208" cy="227311"/>
            <a:chOff x="0" y="0"/>
            <a:chExt cx="1148270" cy="8659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8270" cy="86595"/>
            </a:xfrm>
            <a:custGeom>
              <a:avLst/>
              <a:gdLst/>
              <a:ahLst/>
              <a:cxnLst/>
              <a:rect l="l" t="t" r="r" b="b"/>
              <a:pathLst>
                <a:path w="1148270" h="86595">
                  <a:moveTo>
                    <a:pt x="43297" y="0"/>
                  </a:moveTo>
                  <a:lnTo>
                    <a:pt x="1104972" y="0"/>
                  </a:lnTo>
                  <a:cubicBezTo>
                    <a:pt x="1116456" y="0"/>
                    <a:pt x="1127468" y="4562"/>
                    <a:pt x="1135588" y="12682"/>
                  </a:cubicBezTo>
                  <a:cubicBezTo>
                    <a:pt x="1143708" y="20801"/>
                    <a:pt x="1148270" y="31814"/>
                    <a:pt x="1148270" y="43297"/>
                  </a:cubicBezTo>
                  <a:lnTo>
                    <a:pt x="1148270" y="43297"/>
                  </a:lnTo>
                  <a:cubicBezTo>
                    <a:pt x="1148270" y="67210"/>
                    <a:pt x="1128885" y="86595"/>
                    <a:pt x="1104972" y="86595"/>
                  </a:cubicBezTo>
                  <a:lnTo>
                    <a:pt x="43297" y="86595"/>
                  </a:lnTo>
                  <a:cubicBezTo>
                    <a:pt x="31814" y="86595"/>
                    <a:pt x="20801" y="82033"/>
                    <a:pt x="12682" y="73913"/>
                  </a:cubicBezTo>
                  <a:cubicBezTo>
                    <a:pt x="4562" y="65793"/>
                    <a:pt x="0" y="54781"/>
                    <a:pt x="0" y="43297"/>
                  </a:cubicBezTo>
                  <a:lnTo>
                    <a:pt x="0" y="43297"/>
                  </a:lnTo>
                  <a:cubicBezTo>
                    <a:pt x="0" y="31814"/>
                    <a:pt x="4562" y="20801"/>
                    <a:pt x="12682" y="12682"/>
                  </a:cubicBezTo>
                  <a:cubicBezTo>
                    <a:pt x="20801" y="4562"/>
                    <a:pt x="31814" y="0"/>
                    <a:pt x="43297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148270" cy="115170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1400" y="4478284"/>
            <a:ext cx="3017559" cy="240625"/>
            <a:chOff x="0" y="0"/>
            <a:chExt cx="1149546" cy="9166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9546" cy="91667"/>
            </a:xfrm>
            <a:custGeom>
              <a:avLst/>
              <a:gdLst/>
              <a:ahLst/>
              <a:cxnLst/>
              <a:rect l="l" t="t" r="r" b="b"/>
              <a:pathLst>
                <a:path w="1149546" h="91667">
                  <a:moveTo>
                    <a:pt x="45833" y="0"/>
                  </a:moveTo>
                  <a:lnTo>
                    <a:pt x="1103713" y="0"/>
                  </a:lnTo>
                  <a:cubicBezTo>
                    <a:pt x="1129026" y="0"/>
                    <a:pt x="1149546" y="20520"/>
                    <a:pt x="1149546" y="45833"/>
                  </a:cubicBezTo>
                  <a:lnTo>
                    <a:pt x="1149546" y="45833"/>
                  </a:lnTo>
                  <a:cubicBezTo>
                    <a:pt x="1149546" y="71146"/>
                    <a:pt x="1129026" y="91667"/>
                    <a:pt x="1103713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149546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35055" y="5924923"/>
            <a:ext cx="2818446" cy="1901836"/>
            <a:chOff x="0" y="0"/>
            <a:chExt cx="988425" cy="666971"/>
          </a:xfrm>
        </p:grpSpPr>
        <p:sp>
          <p:nvSpPr>
            <p:cNvPr id="33" name="Freeform 33"/>
            <p:cNvSpPr/>
            <p:nvPr/>
          </p:nvSpPr>
          <p:spPr>
            <a:xfrm>
              <a:off x="11831" y="7323"/>
              <a:ext cx="964764" cy="652326"/>
            </a:xfrm>
            <a:custGeom>
              <a:avLst/>
              <a:gdLst/>
              <a:ahLst/>
              <a:cxnLst/>
              <a:rect l="l" t="t" r="r" b="b"/>
              <a:pathLst>
                <a:path w="964764" h="652326">
                  <a:moveTo>
                    <a:pt x="506354" y="6359"/>
                  </a:moveTo>
                  <a:lnTo>
                    <a:pt x="506354" y="6359"/>
                  </a:lnTo>
                  <a:cubicBezTo>
                    <a:pt x="521561" y="15039"/>
                    <a:pt x="539814" y="16602"/>
                    <a:pt x="556275" y="10633"/>
                  </a:cubicBezTo>
                  <a:lnTo>
                    <a:pt x="561753" y="8647"/>
                  </a:lnTo>
                  <a:cubicBezTo>
                    <a:pt x="576532" y="3289"/>
                    <a:pt x="593054" y="6369"/>
                    <a:pt x="604909" y="16693"/>
                  </a:cubicBezTo>
                  <a:lnTo>
                    <a:pt x="604909" y="16693"/>
                  </a:lnTo>
                  <a:cubicBezTo>
                    <a:pt x="617027" y="27245"/>
                    <a:pt x="633344" y="31601"/>
                    <a:pt x="649109" y="28491"/>
                  </a:cubicBezTo>
                  <a:lnTo>
                    <a:pt x="661542" y="26038"/>
                  </a:lnTo>
                  <a:cubicBezTo>
                    <a:pt x="675523" y="23280"/>
                    <a:pt x="689825" y="28956"/>
                    <a:pt x="698110" y="40551"/>
                  </a:cubicBezTo>
                  <a:lnTo>
                    <a:pt x="698110" y="40551"/>
                  </a:lnTo>
                  <a:cubicBezTo>
                    <a:pt x="706587" y="52415"/>
                    <a:pt x="720527" y="59141"/>
                    <a:pt x="735089" y="58392"/>
                  </a:cubicBezTo>
                  <a:lnTo>
                    <a:pt x="752679" y="57488"/>
                  </a:lnTo>
                  <a:cubicBezTo>
                    <a:pt x="765623" y="56822"/>
                    <a:pt x="777480" y="64701"/>
                    <a:pt x="781882" y="76892"/>
                  </a:cubicBezTo>
                  <a:lnTo>
                    <a:pt x="781882" y="76892"/>
                  </a:lnTo>
                  <a:cubicBezTo>
                    <a:pt x="786402" y="89413"/>
                    <a:pt x="797769" y="98178"/>
                    <a:pt x="811026" y="99368"/>
                  </a:cubicBezTo>
                  <a:lnTo>
                    <a:pt x="830631" y="101128"/>
                  </a:lnTo>
                  <a:cubicBezTo>
                    <a:pt x="842675" y="102209"/>
                    <a:pt x="852056" y="112045"/>
                    <a:pt x="852564" y="124128"/>
                  </a:cubicBezTo>
                  <a:lnTo>
                    <a:pt x="852564" y="124128"/>
                  </a:lnTo>
                  <a:cubicBezTo>
                    <a:pt x="853090" y="136620"/>
                    <a:pt x="861843" y="147245"/>
                    <a:pt x="874003" y="150154"/>
                  </a:cubicBezTo>
                  <a:lnTo>
                    <a:pt x="891798" y="154410"/>
                  </a:lnTo>
                  <a:cubicBezTo>
                    <a:pt x="897290" y="155724"/>
                    <a:pt x="902015" y="159209"/>
                    <a:pt x="904893" y="164068"/>
                  </a:cubicBezTo>
                  <a:cubicBezTo>
                    <a:pt x="907771" y="168927"/>
                    <a:pt x="908556" y="174745"/>
                    <a:pt x="907069" y="180193"/>
                  </a:cubicBezTo>
                  <a:lnTo>
                    <a:pt x="907069" y="180193"/>
                  </a:lnTo>
                  <a:cubicBezTo>
                    <a:pt x="903828" y="192063"/>
                    <a:pt x="909927" y="204490"/>
                    <a:pt x="921299" y="209189"/>
                  </a:cubicBezTo>
                  <a:lnTo>
                    <a:pt x="933819" y="214362"/>
                  </a:lnTo>
                  <a:cubicBezTo>
                    <a:pt x="939106" y="216546"/>
                    <a:pt x="943171" y="220938"/>
                    <a:pt x="944939" y="226379"/>
                  </a:cubicBezTo>
                  <a:cubicBezTo>
                    <a:pt x="946708" y="231819"/>
                    <a:pt x="946003" y="237762"/>
                    <a:pt x="943011" y="242638"/>
                  </a:cubicBezTo>
                  <a:lnTo>
                    <a:pt x="943011" y="242638"/>
                  </a:lnTo>
                  <a:cubicBezTo>
                    <a:pt x="936358" y="253481"/>
                    <a:pt x="939613" y="267655"/>
                    <a:pt x="950331" y="274509"/>
                  </a:cubicBezTo>
                  <a:lnTo>
                    <a:pt x="955624" y="277894"/>
                  </a:lnTo>
                  <a:cubicBezTo>
                    <a:pt x="960709" y="281146"/>
                    <a:pt x="964034" y="286538"/>
                    <a:pt x="964657" y="292542"/>
                  </a:cubicBezTo>
                  <a:cubicBezTo>
                    <a:pt x="965280" y="298546"/>
                    <a:pt x="963132" y="304507"/>
                    <a:pt x="958823" y="308733"/>
                  </a:cubicBezTo>
                  <a:lnTo>
                    <a:pt x="958823" y="308733"/>
                  </a:lnTo>
                  <a:cubicBezTo>
                    <a:pt x="954142" y="313325"/>
                    <a:pt x="951504" y="319606"/>
                    <a:pt x="951504" y="326163"/>
                  </a:cubicBezTo>
                  <a:cubicBezTo>
                    <a:pt x="951504" y="332719"/>
                    <a:pt x="954142" y="339001"/>
                    <a:pt x="958823" y="343592"/>
                  </a:cubicBezTo>
                  <a:lnTo>
                    <a:pt x="958823" y="343592"/>
                  </a:lnTo>
                  <a:cubicBezTo>
                    <a:pt x="963132" y="347819"/>
                    <a:pt x="965280" y="353779"/>
                    <a:pt x="964657" y="359783"/>
                  </a:cubicBezTo>
                  <a:cubicBezTo>
                    <a:pt x="964034" y="365787"/>
                    <a:pt x="960709" y="371180"/>
                    <a:pt x="955624" y="374431"/>
                  </a:cubicBezTo>
                  <a:lnTo>
                    <a:pt x="950331" y="377816"/>
                  </a:lnTo>
                  <a:cubicBezTo>
                    <a:pt x="939613" y="384670"/>
                    <a:pt x="936358" y="398844"/>
                    <a:pt x="943011" y="409687"/>
                  </a:cubicBezTo>
                  <a:lnTo>
                    <a:pt x="943011" y="409687"/>
                  </a:lnTo>
                  <a:cubicBezTo>
                    <a:pt x="946003" y="414563"/>
                    <a:pt x="946708" y="420506"/>
                    <a:pt x="944939" y="425946"/>
                  </a:cubicBezTo>
                  <a:cubicBezTo>
                    <a:pt x="943171" y="431387"/>
                    <a:pt x="939106" y="435779"/>
                    <a:pt x="933819" y="437964"/>
                  </a:cubicBezTo>
                  <a:lnTo>
                    <a:pt x="921299" y="443137"/>
                  </a:lnTo>
                  <a:cubicBezTo>
                    <a:pt x="909927" y="447835"/>
                    <a:pt x="903828" y="460262"/>
                    <a:pt x="907069" y="472132"/>
                  </a:cubicBezTo>
                  <a:lnTo>
                    <a:pt x="907069" y="472132"/>
                  </a:lnTo>
                  <a:cubicBezTo>
                    <a:pt x="908556" y="477580"/>
                    <a:pt x="907771" y="483399"/>
                    <a:pt x="904893" y="488258"/>
                  </a:cubicBezTo>
                  <a:cubicBezTo>
                    <a:pt x="902015" y="493117"/>
                    <a:pt x="897290" y="496601"/>
                    <a:pt x="891798" y="497915"/>
                  </a:cubicBezTo>
                  <a:lnTo>
                    <a:pt x="874003" y="502171"/>
                  </a:lnTo>
                  <a:cubicBezTo>
                    <a:pt x="861843" y="505080"/>
                    <a:pt x="853090" y="515706"/>
                    <a:pt x="852564" y="528198"/>
                  </a:cubicBezTo>
                  <a:lnTo>
                    <a:pt x="852564" y="528198"/>
                  </a:lnTo>
                  <a:cubicBezTo>
                    <a:pt x="852056" y="540280"/>
                    <a:pt x="842675" y="550116"/>
                    <a:pt x="830631" y="551197"/>
                  </a:cubicBezTo>
                  <a:lnTo>
                    <a:pt x="811026" y="552957"/>
                  </a:lnTo>
                  <a:cubicBezTo>
                    <a:pt x="797768" y="554147"/>
                    <a:pt x="786402" y="562913"/>
                    <a:pt x="781882" y="575433"/>
                  </a:cubicBezTo>
                  <a:lnTo>
                    <a:pt x="781882" y="575433"/>
                  </a:lnTo>
                  <a:cubicBezTo>
                    <a:pt x="777480" y="587624"/>
                    <a:pt x="765623" y="595503"/>
                    <a:pt x="752679" y="594837"/>
                  </a:cubicBezTo>
                  <a:lnTo>
                    <a:pt x="735090" y="593933"/>
                  </a:lnTo>
                  <a:cubicBezTo>
                    <a:pt x="720527" y="593184"/>
                    <a:pt x="706587" y="599910"/>
                    <a:pt x="698110" y="611774"/>
                  </a:cubicBezTo>
                  <a:lnTo>
                    <a:pt x="698110" y="611774"/>
                  </a:lnTo>
                  <a:cubicBezTo>
                    <a:pt x="689825" y="623370"/>
                    <a:pt x="675523" y="629046"/>
                    <a:pt x="661542" y="626288"/>
                  </a:cubicBezTo>
                  <a:lnTo>
                    <a:pt x="649109" y="623835"/>
                  </a:lnTo>
                  <a:cubicBezTo>
                    <a:pt x="633344" y="620725"/>
                    <a:pt x="617027" y="625080"/>
                    <a:pt x="604909" y="635633"/>
                  </a:cubicBezTo>
                  <a:lnTo>
                    <a:pt x="604909" y="635633"/>
                  </a:lnTo>
                  <a:cubicBezTo>
                    <a:pt x="593054" y="645956"/>
                    <a:pt x="576532" y="649037"/>
                    <a:pt x="561753" y="643678"/>
                  </a:cubicBezTo>
                  <a:lnTo>
                    <a:pt x="556275" y="641692"/>
                  </a:lnTo>
                  <a:cubicBezTo>
                    <a:pt x="539814" y="635724"/>
                    <a:pt x="521561" y="637286"/>
                    <a:pt x="506354" y="645966"/>
                  </a:cubicBezTo>
                  <a:lnTo>
                    <a:pt x="506354" y="645966"/>
                  </a:lnTo>
                  <a:cubicBezTo>
                    <a:pt x="491497" y="654446"/>
                    <a:pt x="473266" y="654446"/>
                    <a:pt x="458409" y="645966"/>
                  </a:cubicBezTo>
                  <a:lnTo>
                    <a:pt x="458409" y="645966"/>
                  </a:lnTo>
                  <a:cubicBezTo>
                    <a:pt x="443201" y="637286"/>
                    <a:pt x="424949" y="635724"/>
                    <a:pt x="408487" y="641692"/>
                  </a:cubicBezTo>
                  <a:lnTo>
                    <a:pt x="403010" y="643678"/>
                  </a:lnTo>
                  <a:cubicBezTo>
                    <a:pt x="388231" y="649037"/>
                    <a:pt x="371709" y="645956"/>
                    <a:pt x="359854" y="635633"/>
                  </a:cubicBezTo>
                  <a:lnTo>
                    <a:pt x="359854" y="635633"/>
                  </a:lnTo>
                  <a:cubicBezTo>
                    <a:pt x="347736" y="625080"/>
                    <a:pt x="331419" y="620725"/>
                    <a:pt x="315654" y="623835"/>
                  </a:cubicBezTo>
                  <a:lnTo>
                    <a:pt x="303221" y="626288"/>
                  </a:lnTo>
                  <a:cubicBezTo>
                    <a:pt x="289240" y="629046"/>
                    <a:pt x="274938" y="623370"/>
                    <a:pt x="266653" y="611774"/>
                  </a:cubicBezTo>
                  <a:lnTo>
                    <a:pt x="266653" y="611774"/>
                  </a:lnTo>
                  <a:cubicBezTo>
                    <a:pt x="258176" y="599910"/>
                    <a:pt x="244236" y="593184"/>
                    <a:pt x="229673" y="593933"/>
                  </a:cubicBezTo>
                  <a:lnTo>
                    <a:pt x="212084" y="594837"/>
                  </a:lnTo>
                  <a:cubicBezTo>
                    <a:pt x="199139" y="595503"/>
                    <a:pt x="187282" y="587624"/>
                    <a:pt x="182881" y="575433"/>
                  </a:cubicBezTo>
                  <a:lnTo>
                    <a:pt x="182881" y="575433"/>
                  </a:lnTo>
                  <a:cubicBezTo>
                    <a:pt x="178361" y="562913"/>
                    <a:pt x="166994" y="554147"/>
                    <a:pt x="153737" y="552957"/>
                  </a:cubicBezTo>
                  <a:lnTo>
                    <a:pt x="134132" y="551197"/>
                  </a:lnTo>
                  <a:cubicBezTo>
                    <a:pt x="122087" y="550116"/>
                    <a:pt x="112707" y="540280"/>
                    <a:pt x="112198" y="528198"/>
                  </a:cubicBezTo>
                  <a:lnTo>
                    <a:pt x="112198" y="528198"/>
                  </a:lnTo>
                  <a:cubicBezTo>
                    <a:pt x="111672" y="515706"/>
                    <a:pt x="102919" y="505080"/>
                    <a:pt x="90759" y="502171"/>
                  </a:cubicBezTo>
                  <a:lnTo>
                    <a:pt x="72966" y="497915"/>
                  </a:lnTo>
                  <a:cubicBezTo>
                    <a:pt x="67473" y="496601"/>
                    <a:pt x="62748" y="493117"/>
                    <a:pt x="59870" y="488258"/>
                  </a:cubicBezTo>
                  <a:cubicBezTo>
                    <a:pt x="56992" y="483399"/>
                    <a:pt x="56207" y="477580"/>
                    <a:pt x="57694" y="472132"/>
                  </a:cubicBezTo>
                  <a:lnTo>
                    <a:pt x="57694" y="472132"/>
                  </a:lnTo>
                  <a:cubicBezTo>
                    <a:pt x="60935" y="460262"/>
                    <a:pt x="54836" y="447835"/>
                    <a:pt x="43464" y="443137"/>
                  </a:cubicBezTo>
                  <a:lnTo>
                    <a:pt x="30943" y="437964"/>
                  </a:lnTo>
                  <a:cubicBezTo>
                    <a:pt x="25656" y="435779"/>
                    <a:pt x="21592" y="431387"/>
                    <a:pt x="19823" y="425946"/>
                  </a:cubicBezTo>
                  <a:cubicBezTo>
                    <a:pt x="18054" y="420506"/>
                    <a:pt x="18759" y="414563"/>
                    <a:pt x="21751" y="409687"/>
                  </a:cubicBezTo>
                  <a:lnTo>
                    <a:pt x="21751" y="409687"/>
                  </a:lnTo>
                  <a:cubicBezTo>
                    <a:pt x="28405" y="398844"/>
                    <a:pt x="25150" y="384670"/>
                    <a:pt x="14432" y="377816"/>
                  </a:cubicBezTo>
                  <a:lnTo>
                    <a:pt x="9139" y="374431"/>
                  </a:lnTo>
                  <a:cubicBezTo>
                    <a:pt x="4054" y="371180"/>
                    <a:pt x="728" y="365787"/>
                    <a:pt x="105" y="359783"/>
                  </a:cubicBezTo>
                  <a:cubicBezTo>
                    <a:pt x="-517" y="353779"/>
                    <a:pt x="1630" y="347819"/>
                    <a:pt x="5940" y="343592"/>
                  </a:cubicBezTo>
                  <a:lnTo>
                    <a:pt x="5940" y="343592"/>
                  </a:lnTo>
                  <a:cubicBezTo>
                    <a:pt x="10621" y="339001"/>
                    <a:pt x="13259" y="332719"/>
                    <a:pt x="13259" y="326163"/>
                  </a:cubicBezTo>
                  <a:cubicBezTo>
                    <a:pt x="13259" y="319606"/>
                    <a:pt x="10621" y="313325"/>
                    <a:pt x="5940" y="308733"/>
                  </a:cubicBezTo>
                  <a:lnTo>
                    <a:pt x="5940" y="308733"/>
                  </a:lnTo>
                  <a:cubicBezTo>
                    <a:pt x="1630" y="304507"/>
                    <a:pt x="-517" y="298546"/>
                    <a:pt x="105" y="292542"/>
                  </a:cubicBezTo>
                  <a:cubicBezTo>
                    <a:pt x="728" y="286538"/>
                    <a:pt x="4054" y="281146"/>
                    <a:pt x="9139" y="277894"/>
                  </a:cubicBezTo>
                  <a:lnTo>
                    <a:pt x="14432" y="274509"/>
                  </a:lnTo>
                  <a:cubicBezTo>
                    <a:pt x="25150" y="267655"/>
                    <a:pt x="28405" y="253481"/>
                    <a:pt x="21751" y="242638"/>
                  </a:cubicBezTo>
                  <a:lnTo>
                    <a:pt x="21751" y="242638"/>
                  </a:lnTo>
                  <a:cubicBezTo>
                    <a:pt x="18759" y="237762"/>
                    <a:pt x="18054" y="231820"/>
                    <a:pt x="19823" y="226379"/>
                  </a:cubicBezTo>
                  <a:cubicBezTo>
                    <a:pt x="21592" y="220938"/>
                    <a:pt x="25656" y="216546"/>
                    <a:pt x="30943" y="214362"/>
                  </a:cubicBezTo>
                  <a:lnTo>
                    <a:pt x="43464" y="209189"/>
                  </a:lnTo>
                  <a:cubicBezTo>
                    <a:pt x="54836" y="204490"/>
                    <a:pt x="60935" y="192063"/>
                    <a:pt x="57694" y="180193"/>
                  </a:cubicBezTo>
                  <a:lnTo>
                    <a:pt x="57694" y="180193"/>
                  </a:lnTo>
                  <a:cubicBezTo>
                    <a:pt x="56207" y="174745"/>
                    <a:pt x="56992" y="168927"/>
                    <a:pt x="59870" y="164068"/>
                  </a:cubicBezTo>
                  <a:cubicBezTo>
                    <a:pt x="62748" y="159209"/>
                    <a:pt x="67473" y="155724"/>
                    <a:pt x="72966" y="154410"/>
                  </a:cubicBezTo>
                  <a:lnTo>
                    <a:pt x="90759" y="150154"/>
                  </a:lnTo>
                  <a:cubicBezTo>
                    <a:pt x="102919" y="147245"/>
                    <a:pt x="111672" y="136620"/>
                    <a:pt x="112198" y="124128"/>
                  </a:cubicBezTo>
                  <a:lnTo>
                    <a:pt x="112198" y="124128"/>
                  </a:lnTo>
                  <a:cubicBezTo>
                    <a:pt x="112707" y="112045"/>
                    <a:pt x="122087" y="102209"/>
                    <a:pt x="134132" y="101128"/>
                  </a:cubicBezTo>
                  <a:lnTo>
                    <a:pt x="153736" y="99368"/>
                  </a:lnTo>
                  <a:cubicBezTo>
                    <a:pt x="166994" y="98178"/>
                    <a:pt x="178361" y="89413"/>
                    <a:pt x="182881" y="76892"/>
                  </a:cubicBezTo>
                  <a:lnTo>
                    <a:pt x="182881" y="76892"/>
                  </a:lnTo>
                  <a:cubicBezTo>
                    <a:pt x="187282" y="64701"/>
                    <a:pt x="199139" y="56822"/>
                    <a:pt x="212084" y="57488"/>
                  </a:cubicBezTo>
                  <a:lnTo>
                    <a:pt x="229673" y="58392"/>
                  </a:lnTo>
                  <a:cubicBezTo>
                    <a:pt x="244236" y="59141"/>
                    <a:pt x="258176" y="52415"/>
                    <a:pt x="266653" y="40551"/>
                  </a:cubicBezTo>
                  <a:lnTo>
                    <a:pt x="266653" y="40551"/>
                  </a:lnTo>
                  <a:cubicBezTo>
                    <a:pt x="274938" y="28956"/>
                    <a:pt x="289240" y="23280"/>
                    <a:pt x="303221" y="26038"/>
                  </a:cubicBezTo>
                  <a:lnTo>
                    <a:pt x="315654" y="28491"/>
                  </a:lnTo>
                  <a:cubicBezTo>
                    <a:pt x="331419" y="31601"/>
                    <a:pt x="347736" y="27245"/>
                    <a:pt x="359854" y="16693"/>
                  </a:cubicBezTo>
                  <a:lnTo>
                    <a:pt x="359854" y="16693"/>
                  </a:lnTo>
                  <a:cubicBezTo>
                    <a:pt x="371709" y="6369"/>
                    <a:pt x="388231" y="3289"/>
                    <a:pt x="403010" y="8647"/>
                  </a:cubicBezTo>
                  <a:lnTo>
                    <a:pt x="408487" y="10633"/>
                  </a:lnTo>
                  <a:cubicBezTo>
                    <a:pt x="424949" y="16602"/>
                    <a:pt x="443201" y="15039"/>
                    <a:pt x="458409" y="6359"/>
                  </a:cubicBezTo>
                  <a:lnTo>
                    <a:pt x="458409" y="6359"/>
                  </a:lnTo>
                  <a:cubicBezTo>
                    <a:pt x="473266" y="-2120"/>
                    <a:pt x="491497" y="-2120"/>
                    <a:pt x="506354" y="6359"/>
                  </a:cubicBezTo>
                  <a:close/>
                </a:path>
              </a:pathLst>
            </a:custGeom>
            <a:solidFill>
              <a:srgbClr val="D64E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5330" y="96482"/>
              <a:ext cx="617765" cy="44543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5971492" y="172961"/>
            <a:ext cx="1519015" cy="1519015"/>
          </a:xfrm>
          <a:custGeom>
            <a:avLst/>
            <a:gdLst/>
            <a:ahLst/>
            <a:cxnLst/>
            <a:rect l="l" t="t" r="r" b="b"/>
            <a:pathLst>
              <a:path w="1519015" h="1519015">
                <a:moveTo>
                  <a:pt x="0" y="0"/>
                </a:moveTo>
                <a:lnTo>
                  <a:pt x="1519016" y="0"/>
                </a:lnTo>
                <a:lnTo>
                  <a:pt x="1519016" y="1519015"/>
                </a:lnTo>
                <a:lnTo>
                  <a:pt x="0" y="1519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4306639" y="5068347"/>
            <a:ext cx="2997238" cy="240625"/>
            <a:chOff x="0" y="0"/>
            <a:chExt cx="1141805" cy="9166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805" cy="91667"/>
            </a:xfrm>
            <a:custGeom>
              <a:avLst/>
              <a:gdLst/>
              <a:ahLst/>
              <a:cxnLst/>
              <a:rect l="l" t="t" r="r" b="b"/>
              <a:pathLst>
                <a:path w="1141805" h="91667">
                  <a:moveTo>
                    <a:pt x="45833" y="0"/>
                  </a:moveTo>
                  <a:lnTo>
                    <a:pt x="1095972" y="0"/>
                  </a:lnTo>
                  <a:cubicBezTo>
                    <a:pt x="1121285" y="0"/>
                    <a:pt x="1141805" y="20520"/>
                    <a:pt x="1141805" y="45833"/>
                  </a:cubicBezTo>
                  <a:lnTo>
                    <a:pt x="1141805" y="45833"/>
                  </a:lnTo>
                  <a:cubicBezTo>
                    <a:pt x="1141805" y="71146"/>
                    <a:pt x="1121285" y="91667"/>
                    <a:pt x="1095972" y="91667"/>
                  </a:cubicBezTo>
                  <a:lnTo>
                    <a:pt x="45833" y="91667"/>
                  </a:lnTo>
                  <a:cubicBezTo>
                    <a:pt x="20520" y="91667"/>
                    <a:pt x="0" y="71146"/>
                    <a:pt x="0" y="45833"/>
                  </a:cubicBezTo>
                  <a:lnTo>
                    <a:pt x="0" y="45833"/>
                  </a:lnTo>
                  <a:cubicBezTo>
                    <a:pt x="0" y="20520"/>
                    <a:pt x="20520" y="0"/>
                    <a:pt x="45833" y="0"/>
                  </a:cubicBezTo>
                  <a:close/>
                </a:path>
              </a:pathLst>
            </a:custGeom>
            <a:solidFill>
              <a:srgbClr val="4D3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141805" cy="12024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975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6377252" y="8480381"/>
            <a:ext cx="1113255" cy="1113255"/>
          </a:xfrm>
          <a:custGeom>
            <a:avLst/>
            <a:gdLst/>
            <a:ahLst/>
            <a:cxnLst/>
            <a:rect l="l" t="t" r="r" b="b"/>
            <a:pathLst>
              <a:path w="1113255" h="1113255">
                <a:moveTo>
                  <a:pt x="0" y="0"/>
                </a:moveTo>
                <a:lnTo>
                  <a:pt x="1113256" y="0"/>
                </a:lnTo>
                <a:lnTo>
                  <a:pt x="1113256" y="1113255"/>
                </a:lnTo>
                <a:lnTo>
                  <a:pt x="0" y="11132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2189140" y="1197191"/>
            <a:ext cx="5206676" cy="162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199"/>
              </a:lnSpc>
            </a:pPr>
            <a:r>
              <a:rPr lang="en-US" sz="9428">
                <a:solidFill>
                  <a:srgbClr val="4D3C33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Pack 120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76094" y="2393263"/>
            <a:ext cx="6319721" cy="1284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552"/>
              </a:lnSpc>
            </a:pPr>
            <a:r>
              <a:rPr lang="en-US" sz="7537">
                <a:solidFill>
                  <a:srgbClr val="4D3C33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Noche de estreno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42588" y="387515"/>
            <a:ext cx="3247852" cy="7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94"/>
              </a:lnSpc>
            </a:pPr>
            <a:r>
              <a:rPr lang="en-US" sz="2281" spc="323">
                <a:solidFill>
                  <a:srgbClr val="4D3C33"/>
                </a:solidFill>
                <a:latin typeface="Hero Bold"/>
                <a:ea typeface="Hero Bold"/>
                <a:cs typeface="Hero Bold"/>
                <a:sym typeface="Hero Bold"/>
              </a:rPr>
              <a:t>¡ÚNETE A NOSOTROS!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95148" y="3612804"/>
            <a:ext cx="4982105" cy="66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881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Lunes 24 de Agosto 2026 6-7 PM</a:t>
            </a:r>
          </a:p>
          <a:p>
            <a:pPr algn="ctr">
              <a:lnSpc>
                <a:spcPts val="2634"/>
              </a:lnSpc>
            </a:pPr>
            <a:r>
              <a:rPr lang="en-US" sz="1881">
                <a:solidFill>
                  <a:srgbClr val="4D3C33"/>
                </a:solidFill>
                <a:latin typeface="Hero"/>
                <a:ea typeface="Hero"/>
                <a:cs typeface="Hero"/>
                <a:sym typeface="Hero"/>
              </a:rPr>
              <a:t>Rockingham Park 1 Rockingham Park Way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3083" y="4468721"/>
            <a:ext cx="1851379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S’mores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0736" y="4759487"/>
            <a:ext cx="2829670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Carreras de barcos en canaletas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3083" y="5052558"/>
            <a:ext cx="2547698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Carreras de aviones de papel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3083" y="5351468"/>
            <a:ext cx="2547698" cy="24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Exploración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372565" y="4446938"/>
            <a:ext cx="2786478" cy="25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462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Alumnos de kínder a 5.º grado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372565" y="4753561"/>
            <a:ext cx="2809879" cy="24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Participación Comunitaria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372565" y="5312450"/>
            <a:ext cx="2275539" cy="24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411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https://pack120vahc.org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457914" y="6388878"/>
            <a:ext cx="2445735" cy="9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1781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¡Descubre la diversión del escultismo!</a:t>
            </a:r>
          </a:p>
          <a:p>
            <a:pPr algn="ctr">
              <a:lnSpc>
                <a:spcPts val="2494"/>
              </a:lnSpc>
            </a:pPr>
            <a:r>
              <a:rPr lang="en-US" sz="1781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¡Únete a la aventura!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72565" y="5054167"/>
            <a:ext cx="2275539" cy="24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4"/>
              </a:lnSpc>
              <a:spcBef>
                <a:spcPct val="0"/>
              </a:spcBef>
            </a:pPr>
            <a:r>
              <a:rPr lang="en-US" sz="1410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Montónes de Diversión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172200" y="9574585"/>
            <a:ext cx="1318308" cy="201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http://</a:t>
            </a:r>
            <a:r>
              <a:rPr lang="en-US" sz="1200" dirty="0" err="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tiny.cc</a:t>
            </a:r>
            <a:r>
              <a:rPr lang="en-US" sz="1200" dirty="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/p120</a:t>
            </a:r>
          </a:p>
        </p:txBody>
      </p:sp>
      <p:sp>
        <p:nvSpPr>
          <p:cNvPr id="54" name="TextBox 54"/>
          <p:cNvSpPr txBox="1"/>
          <p:nvPr/>
        </p:nvSpPr>
        <p:spPr>
          <a:xfrm rot="-5400000">
            <a:off x="-3358681" y="5823661"/>
            <a:ext cx="7567253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Estos materiales y la actividad descrita en este documento no están patrocinados ni respaldados por la Junta Escolar de la Ciudad de Harrisonburg.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258</Words>
  <Application>Microsoft Macintosh PowerPoint</Application>
  <PresentationFormat>Custom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Calibri</vt:lpstr>
      <vt:lpstr>Arial</vt:lpstr>
      <vt:lpstr>Hero Bold</vt:lpstr>
      <vt:lpstr>Bobby Jones Soft</vt:lpstr>
      <vt:lpstr>Le Petit Cochon</vt:lpstr>
      <vt:lpstr>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120 Join Scout Night 2026 - HCPS</dc:title>
  <cp:lastModifiedBy>Stewart, Michael - stewarmc</cp:lastModifiedBy>
  <cp:revision>2</cp:revision>
  <dcterms:created xsi:type="dcterms:W3CDTF">2006-08-16T00:00:00Z</dcterms:created>
  <dcterms:modified xsi:type="dcterms:W3CDTF">2026-08-06T19:27:06Z</dcterms:modified>
  <dc:identifier>DAHRigLmV3A</dc:identifier>
</cp:coreProperties>
</file>